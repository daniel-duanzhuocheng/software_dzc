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wdp" ContentType="image/vnd.ms-photo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31.svg" ContentType="image/svg+xml"/>
  <Override PartName="/ppt/media/image38.svg" ContentType="image/svg+xml"/>
  <Override PartName="/ppt/media/image42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Override1.xml" ContentType="application/vnd.openxmlformats-officedocument.themeOverrid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3"/>
  </p:sldMasterIdLst>
  <p:notesMasterIdLst>
    <p:notesMasterId r:id="rId5"/>
  </p:notesMasterIdLst>
  <p:handoutMasterIdLst>
    <p:handoutMasterId r:id="rId33"/>
  </p:handoutMasterIdLst>
  <p:sldIdLst>
    <p:sldId id="11088477" r:id="rId4"/>
    <p:sldId id="11088527" r:id="rId6"/>
    <p:sldId id="2359" r:id="rId7"/>
    <p:sldId id="11088604" r:id="rId8"/>
    <p:sldId id="11088537" r:id="rId9"/>
    <p:sldId id="11088555" r:id="rId10"/>
    <p:sldId id="11088554" r:id="rId11"/>
    <p:sldId id="11088501" r:id="rId12"/>
    <p:sldId id="11088605" r:id="rId13"/>
    <p:sldId id="11088591" r:id="rId14"/>
    <p:sldId id="11088592" r:id="rId15"/>
    <p:sldId id="11088593" r:id="rId16"/>
    <p:sldId id="11088594" r:id="rId17"/>
    <p:sldId id="11088606" r:id="rId18"/>
    <p:sldId id="11088595" r:id="rId19"/>
    <p:sldId id="11088640" r:id="rId20"/>
    <p:sldId id="11088641" r:id="rId21"/>
    <p:sldId id="11088642" r:id="rId22"/>
    <p:sldId id="11088601" r:id="rId23"/>
    <p:sldId id="11088599" r:id="rId24"/>
    <p:sldId id="11088597" r:id="rId25"/>
    <p:sldId id="11088602" r:id="rId26"/>
    <p:sldId id="11088600" r:id="rId27"/>
    <p:sldId id="11088639" r:id="rId28"/>
    <p:sldId id="11088638" r:id="rId29"/>
    <p:sldId id="11088598" r:id="rId30"/>
    <p:sldId id="11088607" r:id="rId31"/>
    <p:sldId id="11088590" r:id="rId32"/>
  </p:sldIdLst>
  <p:sldSz cx="12192000" cy="6858000"/>
  <p:notesSz cx="6858000" cy="9144000"/>
  <p:custDataLst>
    <p:tags r:id="rId3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76FFF"/>
    <a:srgbClr val="001F5F"/>
    <a:srgbClr val="1E3972"/>
    <a:srgbClr val="1A366F"/>
    <a:srgbClr val="BDD7EE"/>
    <a:srgbClr val="2E75B6"/>
    <a:srgbClr val="002060"/>
    <a:srgbClr val="5B9B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804" autoAdjust="0"/>
    <p:restoredTop sz="94660"/>
  </p:normalViewPr>
  <p:slideViewPr>
    <p:cSldViewPr snapToGrid="0">
      <p:cViewPr varScale="1">
        <p:scale>
          <a:sx n="74" d="100"/>
          <a:sy n="74" d="100"/>
        </p:scale>
        <p:origin x="734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7" Type="http://schemas.openxmlformats.org/officeDocument/2006/relationships/tags" Target="tags/tag141.xml"/><Relationship Id="rId36" Type="http://schemas.openxmlformats.org/officeDocument/2006/relationships/tableStyles" Target="tableStyles.xml"/><Relationship Id="rId35" Type="http://schemas.openxmlformats.org/officeDocument/2006/relationships/viewProps" Target="viewProps.xml"/><Relationship Id="rId34" Type="http://schemas.openxmlformats.org/officeDocument/2006/relationships/presProps" Target="presProps.xml"/><Relationship Id="rId33" Type="http://schemas.openxmlformats.org/officeDocument/2006/relationships/handoutMaster" Target="handoutMasters/handoutMaster1.xml"/><Relationship Id="rId32" Type="http://schemas.openxmlformats.org/officeDocument/2006/relationships/slide" Target="slides/slide28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057D8DB-3D88-40D9-88BB-29F1679847F9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2A8F3D3-F9FE-4A84-A731-D4033CE888E7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5D662AF-34DC-4526-BF19-2D19D92CFC1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5D662AF-34DC-4526-BF19-2D19D92CFC1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4" Type="http://schemas.openxmlformats.org/officeDocument/2006/relationships/tags" Target="../tags/tag7.xml"/><Relationship Id="rId3" Type="http://schemas.openxmlformats.org/officeDocument/2006/relationships/tags" Target="../tags/tag6.xml"/><Relationship Id="rId2" Type="http://schemas.openxmlformats.org/officeDocument/2006/relationships/tags" Target="../tags/tag5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6" Type="http://schemas.openxmlformats.org/officeDocument/2006/relationships/tags" Target="../tags/tag12.xml"/><Relationship Id="rId5" Type="http://schemas.openxmlformats.org/officeDocument/2006/relationships/tags" Target="../tags/tag11.xml"/><Relationship Id="rId4" Type="http://schemas.openxmlformats.org/officeDocument/2006/relationships/tags" Target="../tags/tag10.xml"/><Relationship Id="rId3" Type="http://schemas.openxmlformats.org/officeDocument/2006/relationships/tags" Target="../tags/tag9.xml"/><Relationship Id="rId2" Type="http://schemas.openxmlformats.org/officeDocument/2006/relationships/tags" Target="../tags/tag8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AD2218-D929-41A1-9A96-21586A0BD13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AD2218-D929-41A1-9A96-21586A0BD13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AD2218-D929-41A1-9A96-21586A0BD13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AD2218-D929-41A1-9A96-21586A0BD13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AD2218-D929-41A1-9A96-21586A0BD13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AD2218-D929-41A1-9A96-21586A0BD13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AD2218-D929-41A1-9A96-21586A0BD13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AD2218-D929-41A1-9A96-21586A0BD13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AD2218-D929-41A1-9A96-21586A0BD13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AD2218-D929-41A1-9A96-21586A0BD13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AD2218-D929-41A1-9A96-21586A0BD13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0" y="3428999"/>
            <a:ext cx="12192000" cy="3429001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图片占位符 6"/>
          <p:cNvSpPr>
            <a:spLocks noGrp="1"/>
          </p:cNvSpPr>
          <p:nvPr>
            <p:ph type="pic" sz="quarter" idx="10"/>
          </p:nvPr>
        </p:nvSpPr>
        <p:spPr>
          <a:xfrm>
            <a:off x="571500" y="608012"/>
            <a:ext cx="11049000" cy="5641976"/>
          </a:xfrm>
          <a:custGeom>
            <a:avLst/>
            <a:gdLst>
              <a:gd name="connsiteX0" fmla="*/ 0 w 11049000"/>
              <a:gd name="connsiteY0" fmla="*/ 0 h 5641976"/>
              <a:gd name="connsiteX1" fmla="*/ 11049000 w 11049000"/>
              <a:gd name="connsiteY1" fmla="*/ 0 h 5641976"/>
              <a:gd name="connsiteX2" fmla="*/ 11049000 w 11049000"/>
              <a:gd name="connsiteY2" fmla="*/ 5641976 h 5641976"/>
              <a:gd name="connsiteX3" fmla="*/ 0 w 11049000"/>
              <a:gd name="connsiteY3" fmla="*/ 5641976 h 5641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049000" h="5641976">
                <a:moveTo>
                  <a:pt x="0" y="0"/>
                </a:moveTo>
                <a:lnTo>
                  <a:pt x="11049000" y="0"/>
                </a:lnTo>
                <a:lnTo>
                  <a:pt x="11049000" y="5641976"/>
                </a:lnTo>
                <a:lnTo>
                  <a:pt x="0" y="5641976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3000"/>
    </mc:Choice>
    <mc:Fallback>
      <p:transition advTm="3000"/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wrap="square" lIns="0" tIns="0" rIns="0" bIns="0">
            <a:normAutofit/>
          </a:bodyPr>
          <a:lstStyle>
            <a:lvl1pPr algn="l" fontAlgn="base">
              <a:defRPr sz="3200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wrap="square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330" y="1429385"/>
            <a:ext cx="10968355" cy="381635"/>
          </a:xfrm>
        </p:spPr>
        <p:txBody>
          <a:bodyPr wrap="square"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单击此处编辑副标题</a:t>
            </a:r>
            <a:endParaRPr lang="en-US" altLang="zh-CN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tags" Target="../tags/tag13.xml"/><Relationship Id="rId8" Type="http://schemas.openxmlformats.org/officeDocument/2006/relationships/slideLayout" Target="../slideLayouts/slideLayout20.xml"/><Relationship Id="rId7" Type="http://schemas.openxmlformats.org/officeDocument/2006/relationships/slideLayout" Target="../slideLayouts/slideLayout19.xml"/><Relationship Id="rId6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4.xml"/><Relationship Id="rId15" Type="http://schemas.openxmlformats.org/officeDocument/2006/relationships/theme" Target="../theme/theme2.xml"/><Relationship Id="rId14" Type="http://schemas.openxmlformats.org/officeDocument/2006/relationships/tags" Target="../tags/tag18.xml"/><Relationship Id="rId13" Type="http://schemas.openxmlformats.org/officeDocument/2006/relationships/tags" Target="../tags/tag17.xml"/><Relationship Id="rId12" Type="http://schemas.openxmlformats.org/officeDocument/2006/relationships/tags" Target="../tags/tag16.xml"/><Relationship Id="rId11" Type="http://schemas.openxmlformats.org/officeDocument/2006/relationships/tags" Target="../tags/tag15.xml"/><Relationship Id="rId10" Type="http://schemas.openxmlformats.org/officeDocument/2006/relationships/tags" Target="../tags/tag14.xml"/><Relationship Id="rId1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AD2218-D929-41A1-9A96-21586A0BD13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wrap="square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0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wrap="square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1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2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3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8" name="KSO_TEMPLATE" hidden="1"/>
          <p:cNvSpPr/>
          <p:nvPr userDrawn="1">
            <p:custDataLst>
              <p:tags r:id="rId14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ea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ea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ea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ea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ea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ea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2.xml"/><Relationship Id="rId2" Type="http://schemas.microsoft.com/office/2007/relationships/hdphoto" Target="../media/image2.wdp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27.xml"/><Relationship Id="rId8" Type="http://schemas.openxmlformats.org/officeDocument/2006/relationships/tags" Target="../tags/tag26.xml"/><Relationship Id="rId7" Type="http://schemas.openxmlformats.org/officeDocument/2006/relationships/tags" Target="../tags/tag25.xml"/><Relationship Id="rId6" Type="http://schemas.openxmlformats.org/officeDocument/2006/relationships/tags" Target="../tags/tag24.xml"/><Relationship Id="rId5" Type="http://schemas.openxmlformats.org/officeDocument/2006/relationships/tags" Target="../tags/tag23.xml"/><Relationship Id="rId4" Type="http://schemas.openxmlformats.org/officeDocument/2006/relationships/tags" Target="../tags/tag22.xml"/><Relationship Id="rId3" Type="http://schemas.openxmlformats.org/officeDocument/2006/relationships/tags" Target="../tags/tag21.xml"/><Relationship Id="rId2" Type="http://schemas.openxmlformats.org/officeDocument/2006/relationships/tags" Target="../tags/tag20.xml"/><Relationship Id="rId19" Type="http://schemas.openxmlformats.org/officeDocument/2006/relationships/notesSlide" Target="../notesSlides/notesSlide2.xml"/><Relationship Id="rId18" Type="http://schemas.openxmlformats.org/officeDocument/2006/relationships/slideLayout" Target="../slideLayouts/slideLayout6.xml"/><Relationship Id="rId17" Type="http://schemas.openxmlformats.org/officeDocument/2006/relationships/tags" Target="../tags/tag34.xml"/><Relationship Id="rId16" Type="http://schemas.openxmlformats.org/officeDocument/2006/relationships/image" Target="../media/image3.jpeg"/><Relationship Id="rId15" Type="http://schemas.openxmlformats.org/officeDocument/2006/relationships/tags" Target="../tags/tag33.xml"/><Relationship Id="rId14" Type="http://schemas.openxmlformats.org/officeDocument/2006/relationships/tags" Target="../tags/tag32.xml"/><Relationship Id="rId13" Type="http://schemas.openxmlformats.org/officeDocument/2006/relationships/tags" Target="../tags/tag31.xml"/><Relationship Id="rId12" Type="http://schemas.openxmlformats.org/officeDocument/2006/relationships/tags" Target="../tags/tag30.xml"/><Relationship Id="rId11" Type="http://schemas.openxmlformats.org/officeDocument/2006/relationships/tags" Target="../tags/tag29.xml"/><Relationship Id="rId10" Type="http://schemas.openxmlformats.org/officeDocument/2006/relationships/tags" Target="../tags/tag28.xml"/><Relationship Id="rId1" Type="http://schemas.openxmlformats.org/officeDocument/2006/relationships/tags" Target="../tags/tag19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41.xml"/><Relationship Id="rId8" Type="http://schemas.openxmlformats.org/officeDocument/2006/relationships/tags" Target="../tags/tag40.xml"/><Relationship Id="rId7" Type="http://schemas.openxmlformats.org/officeDocument/2006/relationships/tags" Target="../tags/tag39.xml"/><Relationship Id="rId6" Type="http://schemas.openxmlformats.org/officeDocument/2006/relationships/tags" Target="../tags/tag38.xml"/><Relationship Id="rId5" Type="http://schemas.openxmlformats.org/officeDocument/2006/relationships/tags" Target="../tags/tag37.xml"/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microsoft.com/office/2007/relationships/hdphoto" Target="../media/image2.wdp"/><Relationship Id="rId16" Type="http://schemas.openxmlformats.org/officeDocument/2006/relationships/notesSlide" Target="../notesSlides/notesSlide3.xml"/><Relationship Id="rId15" Type="http://schemas.openxmlformats.org/officeDocument/2006/relationships/slideLayout" Target="../slideLayouts/slideLayout12.xml"/><Relationship Id="rId14" Type="http://schemas.openxmlformats.org/officeDocument/2006/relationships/tags" Target="../tags/tag46.xml"/><Relationship Id="rId13" Type="http://schemas.openxmlformats.org/officeDocument/2006/relationships/tags" Target="../tags/tag45.xml"/><Relationship Id="rId12" Type="http://schemas.openxmlformats.org/officeDocument/2006/relationships/tags" Target="../tags/tag44.xml"/><Relationship Id="rId11" Type="http://schemas.openxmlformats.org/officeDocument/2006/relationships/tags" Target="../tags/tag43.xml"/><Relationship Id="rId10" Type="http://schemas.openxmlformats.org/officeDocument/2006/relationships/tags" Target="../tags/tag42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2.xml"/><Relationship Id="rId5" Type="http://schemas.openxmlformats.org/officeDocument/2006/relationships/tags" Target="../tags/tag49.xml"/><Relationship Id="rId4" Type="http://schemas.openxmlformats.org/officeDocument/2006/relationships/tags" Target="../tags/tag48.xml"/><Relationship Id="rId3" Type="http://schemas.openxmlformats.org/officeDocument/2006/relationships/tags" Target="../tags/tag47.xml"/><Relationship Id="rId2" Type="http://schemas.microsoft.com/office/2007/relationships/hdphoto" Target="../media/image2.wdp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hemeOverride" Target="../theme/themeOverride1.xml"/><Relationship Id="rId8" Type="http://schemas.openxmlformats.org/officeDocument/2006/relationships/tags" Target="../tags/tag55.xml"/><Relationship Id="rId7" Type="http://schemas.openxmlformats.org/officeDocument/2006/relationships/image" Target="../media/image5.png"/><Relationship Id="rId6" Type="http://schemas.openxmlformats.org/officeDocument/2006/relationships/tags" Target="../tags/tag54.xml"/><Relationship Id="rId5" Type="http://schemas.openxmlformats.org/officeDocument/2006/relationships/tags" Target="../tags/tag53.xml"/><Relationship Id="rId4" Type="http://schemas.openxmlformats.org/officeDocument/2006/relationships/tags" Target="../tags/tag52.xml"/><Relationship Id="rId3" Type="http://schemas.openxmlformats.org/officeDocument/2006/relationships/image" Target="../media/image4.jpeg"/><Relationship Id="rId2" Type="http://schemas.openxmlformats.org/officeDocument/2006/relationships/tags" Target="../tags/tag51.xml"/><Relationship Id="rId11" Type="http://schemas.openxmlformats.org/officeDocument/2006/relationships/notesSlide" Target="../notesSlides/notesSlide4.xml"/><Relationship Id="rId10" Type="http://schemas.openxmlformats.org/officeDocument/2006/relationships/slideLayout" Target="../slideLayouts/slideLayout6.xml"/><Relationship Id="rId1" Type="http://schemas.openxmlformats.org/officeDocument/2006/relationships/tags" Target="../tags/tag50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openxmlformats.org/officeDocument/2006/relationships/tags" Target="../tags/tag59.xml"/><Relationship Id="rId5" Type="http://schemas.openxmlformats.org/officeDocument/2006/relationships/image" Target="../media/image9.png"/><Relationship Id="rId4" Type="http://schemas.openxmlformats.org/officeDocument/2006/relationships/tags" Target="../tags/tag58.xml"/><Relationship Id="rId3" Type="http://schemas.openxmlformats.org/officeDocument/2006/relationships/image" Target="../media/image8.jpeg"/><Relationship Id="rId2" Type="http://schemas.openxmlformats.org/officeDocument/2006/relationships/tags" Target="../tags/tag57.xml"/><Relationship Id="rId1" Type="http://schemas.openxmlformats.org/officeDocument/2006/relationships/tags" Target="../tags/tag56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68.xml"/><Relationship Id="rId8" Type="http://schemas.openxmlformats.org/officeDocument/2006/relationships/tags" Target="../tags/tag67.xml"/><Relationship Id="rId7" Type="http://schemas.openxmlformats.org/officeDocument/2006/relationships/tags" Target="../tags/tag66.xml"/><Relationship Id="rId6" Type="http://schemas.openxmlformats.org/officeDocument/2006/relationships/tags" Target="../tags/tag65.xml"/><Relationship Id="rId5" Type="http://schemas.openxmlformats.org/officeDocument/2006/relationships/tags" Target="../tags/tag64.xml"/><Relationship Id="rId4" Type="http://schemas.openxmlformats.org/officeDocument/2006/relationships/tags" Target="../tags/tag63.xml"/><Relationship Id="rId36" Type="http://schemas.openxmlformats.org/officeDocument/2006/relationships/slideLayout" Target="../slideLayouts/slideLayout7.xml"/><Relationship Id="rId35" Type="http://schemas.openxmlformats.org/officeDocument/2006/relationships/tags" Target="../tags/tag83.xml"/><Relationship Id="rId34" Type="http://schemas.openxmlformats.org/officeDocument/2006/relationships/image" Target="../media/image20.png"/><Relationship Id="rId33" Type="http://schemas.openxmlformats.org/officeDocument/2006/relationships/image" Target="../media/image19.png"/><Relationship Id="rId32" Type="http://schemas.openxmlformats.org/officeDocument/2006/relationships/image" Target="../media/image18.png"/><Relationship Id="rId31" Type="http://schemas.openxmlformats.org/officeDocument/2006/relationships/image" Target="../media/image17.png"/><Relationship Id="rId30" Type="http://schemas.openxmlformats.org/officeDocument/2006/relationships/image" Target="../media/image16.png"/><Relationship Id="rId3" Type="http://schemas.openxmlformats.org/officeDocument/2006/relationships/tags" Target="../tags/tag62.xml"/><Relationship Id="rId29" Type="http://schemas.openxmlformats.org/officeDocument/2006/relationships/image" Target="../media/image15.png"/><Relationship Id="rId28" Type="http://schemas.openxmlformats.org/officeDocument/2006/relationships/image" Target="../media/image14.png"/><Relationship Id="rId27" Type="http://schemas.openxmlformats.org/officeDocument/2006/relationships/tags" Target="../tags/tag82.xml"/><Relationship Id="rId26" Type="http://schemas.openxmlformats.org/officeDocument/2006/relationships/image" Target="../media/image13.png"/><Relationship Id="rId25" Type="http://schemas.openxmlformats.org/officeDocument/2006/relationships/tags" Target="../tags/tag81.xml"/><Relationship Id="rId24" Type="http://schemas.openxmlformats.org/officeDocument/2006/relationships/image" Target="../media/image12.png"/><Relationship Id="rId23" Type="http://schemas.openxmlformats.org/officeDocument/2006/relationships/tags" Target="../tags/tag80.xml"/><Relationship Id="rId22" Type="http://schemas.openxmlformats.org/officeDocument/2006/relationships/image" Target="../media/image11.png"/><Relationship Id="rId21" Type="http://schemas.openxmlformats.org/officeDocument/2006/relationships/tags" Target="../tags/tag79.xml"/><Relationship Id="rId20" Type="http://schemas.openxmlformats.org/officeDocument/2006/relationships/image" Target="../media/image10.png"/><Relationship Id="rId2" Type="http://schemas.openxmlformats.org/officeDocument/2006/relationships/tags" Target="../tags/tag61.xml"/><Relationship Id="rId19" Type="http://schemas.openxmlformats.org/officeDocument/2006/relationships/tags" Target="../tags/tag78.xml"/><Relationship Id="rId18" Type="http://schemas.openxmlformats.org/officeDocument/2006/relationships/tags" Target="../tags/tag77.xml"/><Relationship Id="rId17" Type="http://schemas.openxmlformats.org/officeDocument/2006/relationships/tags" Target="../tags/tag76.xml"/><Relationship Id="rId16" Type="http://schemas.openxmlformats.org/officeDocument/2006/relationships/tags" Target="../tags/tag75.xml"/><Relationship Id="rId15" Type="http://schemas.openxmlformats.org/officeDocument/2006/relationships/tags" Target="../tags/tag74.xml"/><Relationship Id="rId14" Type="http://schemas.openxmlformats.org/officeDocument/2006/relationships/tags" Target="../tags/tag73.xml"/><Relationship Id="rId13" Type="http://schemas.openxmlformats.org/officeDocument/2006/relationships/tags" Target="../tags/tag72.xml"/><Relationship Id="rId12" Type="http://schemas.openxmlformats.org/officeDocument/2006/relationships/tags" Target="../tags/tag71.xml"/><Relationship Id="rId11" Type="http://schemas.openxmlformats.org/officeDocument/2006/relationships/tags" Target="../tags/tag70.xml"/><Relationship Id="rId10" Type="http://schemas.openxmlformats.org/officeDocument/2006/relationships/tags" Target="../tags/tag69.xml"/><Relationship Id="rId1" Type="http://schemas.openxmlformats.org/officeDocument/2006/relationships/tags" Target="../tags/tag60.xml"/></Relationships>
</file>

<file path=ppt/slides/_rels/slide9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tags" Target="../tags/tag86.xml"/><Relationship Id="rId4" Type="http://schemas.openxmlformats.org/officeDocument/2006/relationships/tags" Target="../tags/tag85.xml"/><Relationship Id="rId3" Type="http://schemas.openxmlformats.org/officeDocument/2006/relationships/tags" Target="../tags/tag84.xml"/><Relationship Id="rId2" Type="http://schemas.microsoft.com/office/2007/relationships/hdphoto" Target="../media/image2.wdp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22.jpeg"/><Relationship Id="rId2" Type="http://schemas.openxmlformats.org/officeDocument/2006/relationships/image" Target="../media/image21.png"/><Relationship Id="rId1" Type="http://schemas.openxmlformats.org/officeDocument/2006/relationships/tags" Target="../tags/tag87.xml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24.png"/><Relationship Id="rId2" Type="http://schemas.openxmlformats.org/officeDocument/2006/relationships/tags" Target="../tags/tag88.xml"/><Relationship Id="rId1" Type="http://schemas.openxmlformats.org/officeDocument/2006/relationships/image" Target="../media/image23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1" Type="http://schemas.openxmlformats.org/officeDocument/2006/relationships/tags" Target="../tags/tag89.xml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28.jpeg"/><Relationship Id="rId3" Type="http://schemas.openxmlformats.org/officeDocument/2006/relationships/image" Target="../media/image27.png"/><Relationship Id="rId2" Type="http://schemas.openxmlformats.org/officeDocument/2006/relationships/tags" Target="../tags/tag90.xml"/><Relationship Id="rId1" Type="http://schemas.openxmlformats.org/officeDocument/2006/relationships/image" Target="../media/image26.png"/></Relationships>
</file>

<file path=ppt/slides/_rels/slide14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tags" Target="../tags/tag93.xml"/><Relationship Id="rId4" Type="http://schemas.openxmlformats.org/officeDocument/2006/relationships/tags" Target="../tags/tag92.xml"/><Relationship Id="rId3" Type="http://schemas.openxmlformats.org/officeDocument/2006/relationships/tags" Target="../tags/tag91.xml"/><Relationship Id="rId2" Type="http://schemas.microsoft.com/office/2007/relationships/hdphoto" Target="../media/image2.wdp"/><Relationship Id="rId1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tags" Target="../tags/tag102.xml"/><Relationship Id="rId8" Type="http://schemas.openxmlformats.org/officeDocument/2006/relationships/tags" Target="../tags/tag101.xml"/><Relationship Id="rId7" Type="http://schemas.openxmlformats.org/officeDocument/2006/relationships/tags" Target="../tags/tag100.xml"/><Relationship Id="rId6" Type="http://schemas.openxmlformats.org/officeDocument/2006/relationships/tags" Target="../tags/tag99.xml"/><Relationship Id="rId5" Type="http://schemas.openxmlformats.org/officeDocument/2006/relationships/tags" Target="../tags/tag98.xml"/><Relationship Id="rId4" Type="http://schemas.openxmlformats.org/officeDocument/2006/relationships/tags" Target="../tags/tag97.xml"/><Relationship Id="rId35" Type="http://schemas.openxmlformats.org/officeDocument/2006/relationships/slideLayout" Target="../slideLayouts/slideLayout7.xml"/><Relationship Id="rId34" Type="http://schemas.openxmlformats.org/officeDocument/2006/relationships/tags" Target="../tags/tag126.xml"/><Relationship Id="rId33" Type="http://schemas.openxmlformats.org/officeDocument/2006/relationships/tags" Target="../tags/tag125.xml"/><Relationship Id="rId32" Type="http://schemas.openxmlformats.org/officeDocument/2006/relationships/tags" Target="../tags/tag124.xml"/><Relationship Id="rId31" Type="http://schemas.openxmlformats.org/officeDocument/2006/relationships/image" Target="../media/image29.png"/><Relationship Id="rId30" Type="http://schemas.openxmlformats.org/officeDocument/2006/relationships/tags" Target="../tags/tag123.xml"/><Relationship Id="rId3" Type="http://schemas.openxmlformats.org/officeDocument/2006/relationships/tags" Target="../tags/tag96.xml"/><Relationship Id="rId29" Type="http://schemas.openxmlformats.org/officeDocument/2006/relationships/tags" Target="../tags/tag122.xml"/><Relationship Id="rId28" Type="http://schemas.openxmlformats.org/officeDocument/2006/relationships/tags" Target="../tags/tag121.xml"/><Relationship Id="rId27" Type="http://schemas.openxmlformats.org/officeDocument/2006/relationships/tags" Target="../tags/tag120.xml"/><Relationship Id="rId26" Type="http://schemas.openxmlformats.org/officeDocument/2006/relationships/tags" Target="../tags/tag119.xml"/><Relationship Id="rId25" Type="http://schemas.openxmlformats.org/officeDocument/2006/relationships/tags" Target="../tags/tag118.xml"/><Relationship Id="rId24" Type="http://schemas.openxmlformats.org/officeDocument/2006/relationships/tags" Target="../tags/tag117.xml"/><Relationship Id="rId23" Type="http://schemas.openxmlformats.org/officeDocument/2006/relationships/tags" Target="../tags/tag116.xml"/><Relationship Id="rId22" Type="http://schemas.openxmlformats.org/officeDocument/2006/relationships/tags" Target="../tags/tag115.xml"/><Relationship Id="rId21" Type="http://schemas.openxmlformats.org/officeDocument/2006/relationships/tags" Target="../tags/tag114.xml"/><Relationship Id="rId20" Type="http://schemas.openxmlformats.org/officeDocument/2006/relationships/tags" Target="../tags/tag113.xml"/><Relationship Id="rId2" Type="http://schemas.openxmlformats.org/officeDocument/2006/relationships/tags" Target="../tags/tag95.xml"/><Relationship Id="rId19" Type="http://schemas.openxmlformats.org/officeDocument/2006/relationships/tags" Target="../tags/tag112.xml"/><Relationship Id="rId18" Type="http://schemas.openxmlformats.org/officeDocument/2006/relationships/tags" Target="../tags/tag111.xml"/><Relationship Id="rId17" Type="http://schemas.openxmlformats.org/officeDocument/2006/relationships/tags" Target="../tags/tag110.xml"/><Relationship Id="rId16" Type="http://schemas.openxmlformats.org/officeDocument/2006/relationships/tags" Target="../tags/tag109.xml"/><Relationship Id="rId15" Type="http://schemas.openxmlformats.org/officeDocument/2006/relationships/tags" Target="../tags/tag108.xml"/><Relationship Id="rId14" Type="http://schemas.openxmlformats.org/officeDocument/2006/relationships/tags" Target="../tags/tag107.xml"/><Relationship Id="rId13" Type="http://schemas.openxmlformats.org/officeDocument/2006/relationships/tags" Target="../tags/tag106.xml"/><Relationship Id="rId12" Type="http://schemas.openxmlformats.org/officeDocument/2006/relationships/tags" Target="../tags/tag105.xml"/><Relationship Id="rId11" Type="http://schemas.openxmlformats.org/officeDocument/2006/relationships/tags" Target="../tags/tag104.xml"/><Relationship Id="rId10" Type="http://schemas.openxmlformats.org/officeDocument/2006/relationships/tags" Target="../tags/tag103.xml"/><Relationship Id="rId1" Type="http://schemas.openxmlformats.org/officeDocument/2006/relationships/tags" Target="../tags/tag94.xml"/></Relationships>
</file>

<file path=ppt/slides/_rels/slide1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32.png"/><Relationship Id="rId3" Type="http://schemas.openxmlformats.org/officeDocument/2006/relationships/image" Target="../media/image31.svg"/><Relationship Id="rId2" Type="http://schemas.openxmlformats.org/officeDocument/2006/relationships/image" Target="../media/image30.png"/><Relationship Id="rId1" Type="http://schemas.openxmlformats.org/officeDocument/2006/relationships/tags" Target="../tags/tag127.xml"/></Relationships>
</file>

<file path=ppt/slides/_rels/slide17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Relationship Id="rId3" Type="http://schemas.openxmlformats.org/officeDocument/2006/relationships/image" Target="../media/image31.svg"/><Relationship Id="rId2" Type="http://schemas.openxmlformats.org/officeDocument/2006/relationships/image" Target="../media/image30.png"/><Relationship Id="rId1" Type="http://schemas.openxmlformats.org/officeDocument/2006/relationships/tags" Target="../tags/tag128.xml"/></Relationships>
</file>

<file path=ppt/slides/_rels/slide18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Relationship Id="rId3" Type="http://schemas.openxmlformats.org/officeDocument/2006/relationships/tags" Target="../tags/tag129.xml"/><Relationship Id="rId2" Type="http://schemas.openxmlformats.org/officeDocument/2006/relationships/image" Target="../media/image31.svg"/><Relationship Id="rId1" Type="http://schemas.openxmlformats.org/officeDocument/2006/relationships/image" Target="../media/image30.png"/></Relationships>
</file>

<file path=ppt/slides/_rels/slide19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40.png"/><Relationship Id="rId4" Type="http://schemas.openxmlformats.org/officeDocument/2006/relationships/image" Target="../media/image39.jpeg"/><Relationship Id="rId3" Type="http://schemas.openxmlformats.org/officeDocument/2006/relationships/tags" Target="../tags/tag130.xml"/><Relationship Id="rId2" Type="http://schemas.openxmlformats.org/officeDocument/2006/relationships/image" Target="../media/image38.svg"/><Relationship Id="rId1" Type="http://schemas.openxmlformats.org/officeDocument/2006/relationships/image" Target="../media/image37.png"/></Relationships>
</file>

<file path=ppt/slides/_rels/slide2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43.png"/><Relationship Id="rId3" Type="http://schemas.openxmlformats.org/officeDocument/2006/relationships/image" Target="../media/image42.svg"/><Relationship Id="rId2" Type="http://schemas.openxmlformats.org/officeDocument/2006/relationships/image" Target="../media/image41.png"/><Relationship Id="rId1" Type="http://schemas.openxmlformats.org/officeDocument/2006/relationships/tags" Target="../tags/tag131.xml"/></Relationships>
</file>

<file path=ppt/slides/_rels/slide2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44.png"/><Relationship Id="rId3" Type="http://schemas.openxmlformats.org/officeDocument/2006/relationships/image" Target="../media/image31.svg"/><Relationship Id="rId2" Type="http://schemas.openxmlformats.org/officeDocument/2006/relationships/image" Target="../media/image30.png"/><Relationship Id="rId1" Type="http://schemas.openxmlformats.org/officeDocument/2006/relationships/tags" Target="../tags/tag132.xml"/></Relationships>
</file>

<file path=ppt/slides/_rels/slide22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45.png"/><Relationship Id="rId4" Type="http://schemas.openxmlformats.org/officeDocument/2006/relationships/image" Target="../media/image35.png"/><Relationship Id="rId3" Type="http://schemas.openxmlformats.org/officeDocument/2006/relationships/tags" Target="../tags/tag133.xml"/><Relationship Id="rId2" Type="http://schemas.openxmlformats.org/officeDocument/2006/relationships/image" Target="../media/image31.svg"/><Relationship Id="rId1" Type="http://schemas.openxmlformats.org/officeDocument/2006/relationships/image" Target="../media/image30.png"/></Relationships>
</file>

<file path=ppt/slides/_rels/slide2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tags" Target="../tags/tag13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48.png"/><Relationship Id="rId1" Type="http://schemas.openxmlformats.org/officeDocument/2006/relationships/tags" Target="../tags/tag135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49.png"/><Relationship Id="rId1" Type="http://schemas.openxmlformats.org/officeDocument/2006/relationships/tags" Target="../tags/tag136.xml"/></Relationships>
</file>

<file path=ppt/slides/_rels/slide26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31.svg"/><Relationship Id="rId5" Type="http://schemas.openxmlformats.org/officeDocument/2006/relationships/image" Target="../media/image30.png"/><Relationship Id="rId4" Type="http://schemas.openxmlformats.org/officeDocument/2006/relationships/image" Target="../media/image26.png"/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tags" Target="../tags/tag137.xml"/></Relationships>
</file>

<file path=ppt/slides/_rels/slide27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tags" Target="../tags/tag140.xml"/><Relationship Id="rId4" Type="http://schemas.openxmlformats.org/officeDocument/2006/relationships/tags" Target="../tags/tag139.xml"/><Relationship Id="rId3" Type="http://schemas.openxmlformats.org/officeDocument/2006/relationships/tags" Target="../tags/tag138.xml"/><Relationship Id="rId2" Type="http://schemas.microsoft.com/office/2007/relationships/hdphoto" Target="../media/image2.wdp"/><Relationship Id="rId1" Type="http://schemas.openxmlformats.org/officeDocument/2006/relationships/image" Target="../media/image1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0.xml"/><Relationship Id="rId2" Type="http://schemas.microsoft.com/office/2007/relationships/hdphoto" Target="../media/image2.wdp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-1"/>
            <a:ext cx="12192000" cy="4102101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pic>
        <p:nvPicPr>
          <p:cNvPr id="13" name="图片占位符 12"/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1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18084" b="18087"/>
          <a:stretch>
            <a:fillRect/>
          </a:stretch>
        </p:blipFill>
        <p:spPr>
          <a:xfrm>
            <a:off x="571500" y="608012"/>
            <a:ext cx="11049000" cy="5641976"/>
          </a:xfrm>
          <a:prstGeom prst="roundRect">
            <a:avLst>
              <a:gd name="adj" fmla="val 3701"/>
            </a:avLst>
          </a:prstGeom>
          <a:effectLst>
            <a:softEdge rad="0"/>
          </a:effectLst>
        </p:spPr>
      </p:pic>
      <p:sp>
        <p:nvSpPr>
          <p:cNvPr id="2" name="矩形: 圆角 1"/>
          <p:cNvSpPr/>
          <p:nvPr/>
        </p:nvSpPr>
        <p:spPr>
          <a:xfrm>
            <a:off x="571500" y="608012"/>
            <a:ext cx="11049000" cy="5641976"/>
          </a:xfrm>
          <a:prstGeom prst="roundRect">
            <a:avLst>
              <a:gd name="adj" fmla="val 3422"/>
            </a:avLst>
          </a:prstGeom>
          <a:gradFill>
            <a:gsLst>
              <a:gs pos="0">
                <a:srgbClr val="FFFFFF"/>
              </a:gs>
              <a:gs pos="37000">
                <a:srgbClr val="FFFFFF">
                  <a:alpha val="77000"/>
                </a:srgbClr>
              </a:gs>
              <a:gs pos="70000">
                <a:srgbClr val="FFFFFF">
                  <a:alpha val="43000"/>
                </a:srgbClr>
              </a:gs>
              <a:gs pos="99000">
                <a:srgbClr val="FFFFFF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031240" y="2270760"/>
            <a:ext cx="9928225" cy="76835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4400" b="1" dirty="0">
                <a:solidFill>
                  <a:srgbClr val="000000">
                    <a:lumMod val="75000"/>
                    <a:lumOff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测盟会管理系统</a:t>
            </a:r>
            <a:endParaRPr kumimoji="0" lang="zh-CN" altLang="en-US" sz="4400" b="1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4" name="椭圆 8"/>
          <p:cNvSpPr/>
          <p:nvPr/>
        </p:nvSpPr>
        <p:spPr>
          <a:xfrm>
            <a:off x="10185400" y="5173414"/>
            <a:ext cx="774699" cy="728799"/>
          </a:xfrm>
          <a:custGeom>
            <a:avLst/>
            <a:gdLst>
              <a:gd name="connsiteX0" fmla="*/ 407966 w 605028"/>
              <a:gd name="connsiteY0" fmla="*/ 148964 h 569181"/>
              <a:gd name="connsiteX1" fmla="*/ 449124 w 605028"/>
              <a:gd name="connsiteY1" fmla="*/ 148964 h 569181"/>
              <a:gd name="connsiteX2" fmla="*/ 450128 w 605028"/>
              <a:gd name="connsiteY2" fmla="*/ 148964 h 569181"/>
              <a:gd name="connsiteX3" fmla="*/ 450702 w 605028"/>
              <a:gd name="connsiteY3" fmla="*/ 149107 h 569181"/>
              <a:gd name="connsiteX4" fmla="*/ 451132 w 605028"/>
              <a:gd name="connsiteY4" fmla="*/ 149107 h 569181"/>
              <a:gd name="connsiteX5" fmla="*/ 451706 w 605028"/>
              <a:gd name="connsiteY5" fmla="*/ 149251 h 569181"/>
              <a:gd name="connsiteX6" fmla="*/ 452136 w 605028"/>
              <a:gd name="connsiteY6" fmla="*/ 149394 h 569181"/>
              <a:gd name="connsiteX7" fmla="*/ 452710 w 605028"/>
              <a:gd name="connsiteY7" fmla="*/ 149537 h 569181"/>
              <a:gd name="connsiteX8" fmla="*/ 453140 w 605028"/>
              <a:gd name="connsiteY8" fmla="*/ 149680 h 569181"/>
              <a:gd name="connsiteX9" fmla="*/ 453570 w 605028"/>
              <a:gd name="connsiteY9" fmla="*/ 149967 h 569181"/>
              <a:gd name="connsiteX10" fmla="*/ 454144 w 605028"/>
              <a:gd name="connsiteY10" fmla="*/ 150110 h 569181"/>
              <a:gd name="connsiteX11" fmla="*/ 454574 w 605028"/>
              <a:gd name="connsiteY11" fmla="*/ 150396 h 569181"/>
              <a:gd name="connsiteX12" fmla="*/ 455004 w 605028"/>
              <a:gd name="connsiteY12" fmla="*/ 150682 h 569181"/>
              <a:gd name="connsiteX13" fmla="*/ 455434 w 605028"/>
              <a:gd name="connsiteY13" fmla="*/ 150969 h 569181"/>
              <a:gd name="connsiteX14" fmla="*/ 455865 w 605028"/>
              <a:gd name="connsiteY14" fmla="*/ 151255 h 569181"/>
              <a:gd name="connsiteX15" fmla="*/ 456582 w 605028"/>
              <a:gd name="connsiteY15" fmla="*/ 151971 h 569181"/>
              <a:gd name="connsiteX16" fmla="*/ 457299 w 605028"/>
              <a:gd name="connsiteY16" fmla="*/ 152830 h 569181"/>
              <a:gd name="connsiteX17" fmla="*/ 457585 w 605028"/>
              <a:gd name="connsiteY17" fmla="*/ 153117 h 569181"/>
              <a:gd name="connsiteX18" fmla="*/ 457872 w 605028"/>
              <a:gd name="connsiteY18" fmla="*/ 153546 h 569181"/>
              <a:gd name="connsiteX19" fmla="*/ 458159 w 605028"/>
              <a:gd name="connsiteY19" fmla="*/ 153976 h 569181"/>
              <a:gd name="connsiteX20" fmla="*/ 458446 w 605028"/>
              <a:gd name="connsiteY20" fmla="*/ 154549 h 569181"/>
              <a:gd name="connsiteX21" fmla="*/ 458589 w 605028"/>
              <a:gd name="connsiteY21" fmla="*/ 154978 h 569181"/>
              <a:gd name="connsiteX22" fmla="*/ 458876 w 605028"/>
              <a:gd name="connsiteY22" fmla="*/ 155408 h 569181"/>
              <a:gd name="connsiteX23" fmla="*/ 459020 w 605028"/>
              <a:gd name="connsiteY23" fmla="*/ 155837 h 569181"/>
              <a:gd name="connsiteX24" fmla="*/ 459163 w 605028"/>
              <a:gd name="connsiteY24" fmla="*/ 156410 h 569181"/>
              <a:gd name="connsiteX25" fmla="*/ 459306 w 605028"/>
              <a:gd name="connsiteY25" fmla="*/ 156840 h 569181"/>
              <a:gd name="connsiteX26" fmla="*/ 459450 w 605028"/>
              <a:gd name="connsiteY26" fmla="*/ 157412 h 569181"/>
              <a:gd name="connsiteX27" fmla="*/ 459593 w 605028"/>
              <a:gd name="connsiteY27" fmla="*/ 157985 h 569181"/>
              <a:gd name="connsiteX28" fmla="*/ 459593 w 605028"/>
              <a:gd name="connsiteY28" fmla="*/ 158415 h 569181"/>
              <a:gd name="connsiteX29" fmla="*/ 459593 w 605028"/>
              <a:gd name="connsiteY29" fmla="*/ 159417 h 569181"/>
              <a:gd name="connsiteX30" fmla="*/ 459593 w 605028"/>
              <a:gd name="connsiteY30" fmla="*/ 200511 h 569181"/>
              <a:gd name="connsiteX31" fmla="*/ 449124 w 605028"/>
              <a:gd name="connsiteY31" fmla="*/ 210964 h 569181"/>
              <a:gd name="connsiteX32" fmla="*/ 438655 w 605028"/>
              <a:gd name="connsiteY32" fmla="*/ 200511 h 569181"/>
              <a:gd name="connsiteX33" fmla="*/ 438655 w 605028"/>
              <a:gd name="connsiteY33" fmla="*/ 184761 h 569181"/>
              <a:gd name="connsiteX34" fmla="*/ 339272 w 605028"/>
              <a:gd name="connsiteY34" fmla="*/ 283989 h 569181"/>
              <a:gd name="connsiteX35" fmla="*/ 331815 w 605028"/>
              <a:gd name="connsiteY35" fmla="*/ 286996 h 569181"/>
              <a:gd name="connsiteX36" fmla="*/ 324357 w 605028"/>
              <a:gd name="connsiteY36" fmla="*/ 283989 h 569181"/>
              <a:gd name="connsiteX37" fmla="*/ 273160 w 605028"/>
              <a:gd name="connsiteY37" fmla="*/ 232872 h 569181"/>
              <a:gd name="connsiteX38" fmla="*/ 163307 w 605028"/>
              <a:gd name="connsiteY38" fmla="*/ 342552 h 569181"/>
              <a:gd name="connsiteX39" fmla="*/ 155850 w 605028"/>
              <a:gd name="connsiteY39" fmla="*/ 345559 h 569181"/>
              <a:gd name="connsiteX40" fmla="*/ 148393 w 605028"/>
              <a:gd name="connsiteY40" fmla="*/ 342552 h 569181"/>
              <a:gd name="connsiteX41" fmla="*/ 148393 w 605028"/>
              <a:gd name="connsiteY41" fmla="*/ 327661 h 569181"/>
              <a:gd name="connsiteX42" fmla="*/ 265702 w 605028"/>
              <a:gd name="connsiteY42" fmla="*/ 210534 h 569181"/>
              <a:gd name="connsiteX43" fmla="*/ 272156 w 605028"/>
              <a:gd name="connsiteY43" fmla="*/ 207528 h 569181"/>
              <a:gd name="connsiteX44" fmla="*/ 273160 w 605028"/>
              <a:gd name="connsiteY44" fmla="*/ 207528 h 569181"/>
              <a:gd name="connsiteX45" fmla="*/ 274164 w 605028"/>
              <a:gd name="connsiteY45" fmla="*/ 207528 h 569181"/>
              <a:gd name="connsiteX46" fmla="*/ 280617 w 605028"/>
              <a:gd name="connsiteY46" fmla="*/ 210534 h 569181"/>
              <a:gd name="connsiteX47" fmla="*/ 331815 w 605028"/>
              <a:gd name="connsiteY47" fmla="*/ 261652 h 569181"/>
              <a:gd name="connsiteX48" fmla="*/ 423741 w 605028"/>
              <a:gd name="connsiteY48" fmla="*/ 169869 h 569181"/>
              <a:gd name="connsiteX49" fmla="*/ 407966 w 605028"/>
              <a:gd name="connsiteY49" fmla="*/ 169869 h 569181"/>
              <a:gd name="connsiteX50" fmla="*/ 397497 w 605028"/>
              <a:gd name="connsiteY50" fmla="*/ 159417 h 569181"/>
              <a:gd name="connsiteX51" fmla="*/ 407966 w 605028"/>
              <a:gd name="connsiteY51" fmla="*/ 148964 h 569181"/>
              <a:gd name="connsiteX52" fmla="*/ 94074 w 605028"/>
              <a:gd name="connsiteY52" fmla="*/ 93909 h 569181"/>
              <a:gd name="connsiteX53" fmla="*/ 94074 w 605028"/>
              <a:gd name="connsiteY53" fmla="*/ 400689 h 569181"/>
              <a:gd name="connsiteX54" fmla="*/ 510954 w 605028"/>
              <a:gd name="connsiteY54" fmla="*/ 400689 h 569181"/>
              <a:gd name="connsiteX55" fmla="*/ 510954 w 605028"/>
              <a:gd name="connsiteY55" fmla="*/ 93909 h 569181"/>
              <a:gd name="connsiteX56" fmla="*/ 302586 w 605028"/>
              <a:gd name="connsiteY56" fmla="*/ 93909 h 569181"/>
              <a:gd name="connsiteX57" fmla="*/ 302586 w 605028"/>
              <a:gd name="connsiteY57" fmla="*/ 0 h 569181"/>
              <a:gd name="connsiteX58" fmla="*/ 313055 w 605028"/>
              <a:gd name="connsiteY58" fmla="*/ 10450 h 569181"/>
              <a:gd name="connsiteX59" fmla="*/ 313055 w 605028"/>
              <a:gd name="connsiteY59" fmla="*/ 72865 h 569181"/>
              <a:gd name="connsiteX60" fmla="*/ 521566 w 605028"/>
              <a:gd name="connsiteY60" fmla="*/ 72865 h 569181"/>
              <a:gd name="connsiteX61" fmla="*/ 594560 w 605028"/>
              <a:gd name="connsiteY61" fmla="*/ 72865 h 569181"/>
              <a:gd name="connsiteX62" fmla="*/ 605028 w 605028"/>
              <a:gd name="connsiteY62" fmla="*/ 83315 h 569181"/>
              <a:gd name="connsiteX63" fmla="*/ 594560 w 605028"/>
              <a:gd name="connsiteY63" fmla="*/ 93909 h 569181"/>
              <a:gd name="connsiteX64" fmla="*/ 532035 w 605028"/>
              <a:gd name="connsiteY64" fmla="*/ 93909 h 569181"/>
              <a:gd name="connsiteX65" fmla="*/ 532035 w 605028"/>
              <a:gd name="connsiteY65" fmla="*/ 411282 h 569181"/>
              <a:gd name="connsiteX66" fmla="*/ 521566 w 605028"/>
              <a:gd name="connsiteY66" fmla="*/ 421732 h 569181"/>
              <a:gd name="connsiteX67" fmla="*/ 327969 w 605028"/>
              <a:gd name="connsiteY67" fmla="*/ 421732 h 569181"/>
              <a:gd name="connsiteX68" fmla="*/ 457607 w 605028"/>
              <a:gd name="connsiteY68" fmla="*/ 551144 h 569181"/>
              <a:gd name="connsiteX69" fmla="*/ 457607 w 605028"/>
              <a:gd name="connsiteY69" fmla="*/ 566032 h 569181"/>
              <a:gd name="connsiteX70" fmla="*/ 450150 w 605028"/>
              <a:gd name="connsiteY70" fmla="*/ 569181 h 569181"/>
              <a:gd name="connsiteX71" fmla="*/ 442693 w 605028"/>
              <a:gd name="connsiteY71" fmla="*/ 566032 h 569181"/>
              <a:gd name="connsiteX72" fmla="*/ 313055 w 605028"/>
              <a:gd name="connsiteY72" fmla="*/ 436620 h 569181"/>
              <a:gd name="connsiteX73" fmla="*/ 313055 w 605028"/>
              <a:gd name="connsiteY73" fmla="*/ 557013 h 569181"/>
              <a:gd name="connsiteX74" fmla="*/ 302586 w 605028"/>
              <a:gd name="connsiteY74" fmla="*/ 567463 h 569181"/>
              <a:gd name="connsiteX75" fmla="*/ 291974 w 605028"/>
              <a:gd name="connsiteY75" fmla="*/ 557013 h 569181"/>
              <a:gd name="connsiteX76" fmla="*/ 291974 w 605028"/>
              <a:gd name="connsiteY76" fmla="*/ 436620 h 569181"/>
              <a:gd name="connsiteX77" fmla="*/ 163913 w 605028"/>
              <a:gd name="connsiteY77" fmla="*/ 564600 h 569181"/>
              <a:gd name="connsiteX78" fmla="*/ 156456 w 605028"/>
              <a:gd name="connsiteY78" fmla="*/ 567607 h 569181"/>
              <a:gd name="connsiteX79" fmla="*/ 148999 w 605028"/>
              <a:gd name="connsiteY79" fmla="*/ 564600 h 569181"/>
              <a:gd name="connsiteX80" fmla="*/ 148999 w 605028"/>
              <a:gd name="connsiteY80" fmla="*/ 549712 h 569181"/>
              <a:gd name="connsiteX81" fmla="*/ 277203 w 605028"/>
              <a:gd name="connsiteY81" fmla="*/ 421732 h 569181"/>
              <a:gd name="connsiteX82" fmla="*/ 83462 w 605028"/>
              <a:gd name="connsiteY82" fmla="*/ 421732 h 569181"/>
              <a:gd name="connsiteX83" fmla="*/ 72993 w 605028"/>
              <a:gd name="connsiteY83" fmla="*/ 411282 h 569181"/>
              <a:gd name="connsiteX84" fmla="*/ 72993 w 605028"/>
              <a:gd name="connsiteY84" fmla="*/ 93909 h 569181"/>
              <a:gd name="connsiteX85" fmla="*/ 10468 w 605028"/>
              <a:gd name="connsiteY85" fmla="*/ 93909 h 569181"/>
              <a:gd name="connsiteX86" fmla="*/ 0 w 605028"/>
              <a:gd name="connsiteY86" fmla="*/ 83315 h 569181"/>
              <a:gd name="connsiteX87" fmla="*/ 10468 w 605028"/>
              <a:gd name="connsiteY87" fmla="*/ 72865 h 569181"/>
              <a:gd name="connsiteX88" fmla="*/ 83462 w 605028"/>
              <a:gd name="connsiteY88" fmla="*/ 72865 h 569181"/>
              <a:gd name="connsiteX89" fmla="*/ 291974 w 605028"/>
              <a:gd name="connsiteY89" fmla="*/ 72865 h 569181"/>
              <a:gd name="connsiteX90" fmla="*/ 291974 w 605028"/>
              <a:gd name="connsiteY90" fmla="*/ 10450 h 569181"/>
              <a:gd name="connsiteX91" fmla="*/ 302586 w 605028"/>
              <a:gd name="connsiteY91" fmla="*/ 0 h 5691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</a:cxnLst>
            <a:rect l="l" t="t" r="r" b="b"/>
            <a:pathLst>
              <a:path w="605028" h="569181">
                <a:moveTo>
                  <a:pt x="407966" y="148964"/>
                </a:moveTo>
                <a:lnTo>
                  <a:pt x="449124" y="148964"/>
                </a:lnTo>
                <a:cubicBezTo>
                  <a:pt x="449555" y="148964"/>
                  <a:pt x="449841" y="148964"/>
                  <a:pt x="450128" y="148964"/>
                </a:cubicBezTo>
                <a:cubicBezTo>
                  <a:pt x="450272" y="148964"/>
                  <a:pt x="450415" y="148964"/>
                  <a:pt x="450702" y="149107"/>
                </a:cubicBezTo>
                <a:cubicBezTo>
                  <a:pt x="450845" y="149107"/>
                  <a:pt x="450989" y="149107"/>
                  <a:pt x="451132" y="149107"/>
                </a:cubicBezTo>
                <a:cubicBezTo>
                  <a:pt x="451419" y="149107"/>
                  <a:pt x="451562" y="149251"/>
                  <a:pt x="451706" y="149251"/>
                </a:cubicBezTo>
                <a:cubicBezTo>
                  <a:pt x="451849" y="149251"/>
                  <a:pt x="451992" y="149394"/>
                  <a:pt x="452136" y="149394"/>
                </a:cubicBezTo>
                <a:cubicBezTo>
                  <a:pt x="452423" y="149394"/>
                  <a:pt x="452566" y="149537"/>
                  <a:pt x="452710" y="149537"/>
                </a:cubicBezTo>
                <a:cubicBezTo>
                  <a:pt x="452853" y="149537"/>
                  <a:pt x="452996" y="149680"/>
                  <a:pt x="453140" y="149680"/>
                </a:cubicBezTo>
                <a:cubicBezTo>
                  <a:pt x="453283" y="149823"/>
                  <a:pt x="453427" y="149823"/>
                  <a:pt x="453570" y="149967"/>
                </a:cubicBezTo>
                <a:cubicBezTo>
                  <a:pt x="453713" y="149967"/>
                  <a:pt x="454000" y="150110"/>
                  <a:pt x="454144" y="150110"/>
                </a:cubicBezTo>
                <a:cubicBezTo>
                  <a:pt x="454287" y="150253"/>
                  <a:pt x="454430" y="150396"/>
                  <a:pt x="454574" y="150396"/>
                </a:cubicBezTo>
                <a:cubicBezTo>
                  <a:pt x="454717" y="150539"/>
                  <a:pt x="454861" y="150539"/>
                  <a:pt x="455004" y="150682"/>
                </a:cubicBezTo>
                <a:cubicBezTo>
                  <a:pt x="455148" y="150826"/>
                  <a:pt x="455291" y="150969"/>
                  <a:pt x="455434" y="150969"/>
                </a:cubicBezTo>
                <a:cubicBezTo>
                  <a:pt x="455578" y="151112"/>
                  <a:pt x="455721" y="151255"/>
                  <a:pt x="455865" y="151255"/>
                </a:cubicBezTo>
                <a:cubicBezTo>
                  <a:pt x="456008" y="151542"/>
                  <a:pt x="456295" y="151685"/>
                  <a:pt x="456582" y="151971"/>
                </a:cubicBezTo>
                <a:cubicBezTo>
                  <a:pt x="456868" y="152258"/>
                  <a:pt x="457012" y="152544"/>
                  <a:pt x="457299" y="152830"/>
                </a:cubicBezTo>
                <a:cubicBezTo>
                  <a:pt x="457299" y="152830"/>
                  <a:pt x="457442" y="152973"/>
                  <a:pt x="457585" y="153117"/>
                </a:cubicBezTo>
                <a:cubicBezTo>
                  <a:pt x="457585" y="153260"/>
                  <a:pt x="457729" y="153403"/>
                  <a:pt x="457872" y="153546"/>
                </a:cubicBezTo>
                <a:cubicBezTo>
                  <a:pt x="458016" y="153689"/>
                  <a:pt x="458016" y="153833"/>
                  <a:pt x="458159" y="153976"/>
                </a:cubicBezTo>
                <a:cubicBezTo>
                  <a:pt x="458303" y="154262"/>
                  <a:pt x="458303" y="154262"/>
                  <a:pt x="458446" y="154549"/>
                </a:cubicBezTo>
                <a:cubicBezTo>
                  <a:pt x="458446" y="154692"/>
                  <a:pt x="458589" y="154835"/>
                  <a:pt x="458589" y="154978"/>
                </a:cubicBezTo>
                <a:cubicBezTo>
                  <a:pt x="458733" y="155121"/>
                  <a:pt x="458733" y="155264"/>
                  <a:pt x="458876" y="155408"/>
                </a:cubicBezTo>
                <a:cubicBezTo>
                  <a:pt x="458876" y="155551"/>
                  <a:pt x="459020" y="155694"/>
                  <a:pt x="459020" y="155837"/>
                </a:cubicBezTo>
                <a:cubicBezTo>
                  <a:pt x="459020" y="155980"/>
                  <a:pt x="459163" y="156267"/>
                  <a:pt x="459163" y="156410"/>
                </a:cubicBezTo>
                <a:cubicBezTo>
                  <a:pt x="459306" y="156553"/>
                  <a:pt x="459306" y="156696"/>
                  <a:pt x="459306" y="156840"/>
                </a:cubicBezTo>
                <a:cubicBezTo>
                  <a:pt x="459306" y="156983"/>
                  <a:pt x="459450" y="157269"/>
                  <a:pt x="459450" y="157412"/>
                </a:cubicBezTo>
                <a:cubicBezTo>
                  <a:pt x="459450" y="157555"/>
                  <a:pt x="459450" y="157699"/>
                  <a:pt x="459593" y="157985"/>
                </a:cubicBezTo>
                <a:cubicBezTo>
                  <a:pt x="459593" y="158128"/>
                  <a:pt x="459593" y="158271"/>
                  <a:pt x="459593" y="158415"/>
                </a:cubicBezTo>
                <a:cubicBezTo>
                  <a:pt x="459593" y="158701"/>
                  <a:pt x="459593" y="159130"/>
                  <a:pt x="459593" y="159417"/>
                </a:cubicBezTo>
                <a:lnTo>
                  <a:pt x="459593" y="200511"/>
                </a:lnTo>
                <a:cubicBezTo>
                  <a:pt x="459593" y="206239"/>
                  <a:pt x="455004" y="210964"/>
                  <a:pt x="449124" y="210964"/>
                </a:cubicBezTo>
                <a:cubicBezTo>
                  <a:pt x="443244" y="210964"/>
                  <a:pt x="438655" y="206239"/>
                  <a:pt x="438655" y="200511"/>
                </a:cubicBezTo>
                <a:lnTo>
                  <a:pt x="438655" y="184761"/>
                </a:lnTo>
                <a:lnTo>
                  <a:pt x="339272" y="283989"/>
                </a:lnTo>
                <a:cubicBezTo>
                  <a:pt x="337264" y="285994"/>
                  <a:pt x="334539" y="286996"/>
                  <a:pt x="331815" y="286996"/>
                </a:cubicBezTo>
                <a:cubicBezTo>
                  <a:pt x="329090" y="286996"/>
                  <a:pt x="326508" y="285994"/>
                  <a:pt x="324357" y="283989"/>
                </a:cubicBezTo>
                <a:lnTo>
                  <a:pt x="273160" y="232872"/>
                </a:lnTo>
                <a:lnTo>
                  <a:pt x="163307" y="342552"/>
                </a:lnTo>
                <a:cubicBezTo>
                  <a:pt x="161300" y="344557"/>
                  <a:pt x="158575" y="345559"/>
                  <a:pt x="155850" y="345559"/>
                </a:cubicBezTo>
                <a:cubicBezTo>
                  <a:pt x="153125" y="345559"/>
                  <a:pt x="150544" y="344557"/>
                  <a:pt x="148393" y="342552"/>
                </a:cubicBezTo>
                <a:cubicBezTo>
                  <a:pt x="144377" y="338400"/>
                  <a:pt x="144377" y="331813"/>
                  <a:pt x="148393" y="327661"/>
                </a:cubicBezTo>
                <a:lnTo>
                  <a:pt x="265702" y="210534"/>
                </a:lnTo>
                <a:cubicBezTo>
                  <a:pt x="267567" y="208816"/>
                  <a:pt x="269861" y="207814"/>
                  <a:pt x="272156" y="207528"/>
                </a:cubicBezTo>
                <a:cubicBezTo>
                  <a:pt x="272443" y="207528"/>
                  <a:pt x="272873" y="207528"/>
                  <a:pt x="273160" y="207528"/>
                </a:cubicBezTo>
                <a:cubicBezTo>
                  <a:pt x="273447" y="207528"/>
                  <a:pt x="273877" y="207528"/>
                  <a:pt x="274164" y="207528"/>
                </a:cubicBezTo>
                <a:cubicBezTo>
                  <a:pt x="276602" y="207814"/>
                  <a:pt x="278753" y="208816"/>
                  <a:pt x="280617" y="210534"/>
                </a:cubicBezTo>
                <a:lnTo>
                  <a:pt x="331815" y="261652"/>
                </a:lnTo>
                <a:lnTo>
                  <a:pt x="423741" y="169869"/>
                </a:lnTo>
                <a:lnTo>
                  <a:pt x="407966" y="169869"/>
                </a:lnTo>
                <a:cubicBezTo>
                  <a:pt x="402229" y="169869"/>
                  <a:pt x="397497" y="165288"/>
                  <a:pt x="397497" y="159417"/>
                </a:cubicBezTo>
                <a:cubicBezTo>
                  <a:pt x="397497" y="153689"/>
                  <a:pt x="402229" y="148964"/>
                  <a:pt x="407966" y="148964"/>
                </a:cubicBezTo>
                <a:close/>
                <a:moveTo>
                  <a:pt x="94074" y="93909"/>
                </a:moveTo>
                <a:lnTo>
                  <a:pt x="94074" y="400689"/>
                </a:lnTo>
                <a:lnTo>
                  <a:pt x="510954" y="400689"/>
                </a:lnTo>
                <a:lnTo>
                  <a:pt x="510954" y="93909"/>
                </a:lnTo>
                <a:lnTo>
                  <a:pt x="302586" y="93909"/>
                </a:lnTo>
                <a:close/>
                <a:moveTo>
                  <a:pt x="302586" y="0"/>
                </a:moveTo>
                <a:cubicBezTo>
                  <a:pt x="308322" y="0"/>
                  <a:pt x="313055" y="4581"/>
                  <a:pt x="313055" y="10450"/>
                </a:cubicBezTo>
                <a:lnTo>
                  <a:pt x="313055" y="72865"/>
                </a:lnTo>
                <a:lnTo>
                  <a:pt x="521566" y="72865"/>
                </a:lnTo>
                <a:lnTo>
                  <a:pt x="594560" y="72865"/>
                </a:lnTo>
                <a:cubicBezTo>
                  <a:pt x="600296" y="72865"/>
                  <a:pt x="605028" y="77589"/>
                  <a:pt x="605028" y="83315"/>
                </a:cubicBezTo>
                <a:cubicBezTo>
                  <a:pt x="605028" y="89185"/>
                  <a:pt x="600296" y="93909"/>
                  <a:pt x="594560" y="93909"/>
                </a:cubicBezTo>
                <a:lnTo>
                  <a:pt x="532035" y="93909"/>
                </a:lnTo>
                <a:lnTo>
                  <a:pt x="532035" y="411282"/>
                </a:lnTo>
                <a:cubicBezTo>
                  <a:pt x="532035" y="417008"/>
                  <a:pt x="527302" y="421732"/>
                  <a:pt x="521566" y="421732"/>
                </a:cubicBezTo>
                <a:lnTo>
                  <a:pt x="327969" y="421732"/>
                </a:lnTo>
                <a:lnTo>
                  <a:pt x="457607" y="551144"/>
                </a:lnTo>
                <a:cubicBezTo>
                  <a:pt x="461623" y="555295"/>
                  <a:pt x="461623" y="561880"/>
                  <a:pt x="457607" y="566032"/>
                </a:cubicBezTo>
                <a:cubicBezTo>
                  <a:pt x="455456" y="568036"/>
                  <a:pt x="452875" y="569181"/>
                  <a:pt x="450150" y="569181"/>
                </a:cubicBezTo>
                <a:cubicBezTo>
                  <a:pt x="447426" y="569181"/>
                  <a:pt x="444701" y="568036"/>
                  <a:pt x="442693" y="566032"/>
                </a:cubicBezTo>
                <a:lnTo>
                  <a:pt x="313055" y="436620"/>
                </a:lnTo>
                <a:lnTo>
                  <a:pt x="313055" y="557013"/>
                </a:lnTo>
                <a:cubicBezTo>
                  <a:pt x="313055" y="562882"/>
                  <a:pt x="308322" y="567463"/>
                  <a:pt x="302586" y="567463"/>
                </a:cubicBezTo>
                <a:cubicBezTo>
                  <a:pt x="296706" y="567463"/>
                  <a:pt x="291974" y="562882"/>
                  <a:pt x="291974" y="557013"/>
                </a:cubicBezTo>
                <a:lnTo>
                  <a:pt x="291974" y="436620"/>
                </a:lnTo>
                <a:lnTo>
                  <a:pt x="163913" y="564600"/>
                </a:lnTo>
                <a:cubicBezTo>
                  <a:pt x="161762" y="566604"/>
                  <a:pt x="159180" y="567607"/>
                  <a:pt x="156456" y="567607"/>
                </a:cubicBezTo>
                <a:cubicBezTo>
                  <a:pt x="153731" y="567607"/>
                  <a:pt x="151006" y="566604"/>
                  <a:pt x="148999" y="564600"/>
                </a:cubicBezTo>
                <a:cubicBezTo>
                  <a:pt x="144840" y="560449"/>
                  <a:pt x="144840" y="553721"/>
                  <a:pt x="148999" y="549712"/>
                </a:cubicBezTo>
                <a:lnTo>
                  <a:pt x="277203" y="421732"/>
                </a:lnTo>
                <a:lnTo>
                  <a:pt x="83462" y="421732"/>
                </a:lnTo>
                <a:cubicBezTo>
                  <a:pt x="77726" y="421732"/>
                  <a:pt x="72993" y="417008"/>
                  <a:pt x="72993" y="411282"/>
                </a:cubicBezTo>
                <a:lnTo>
                  <a:pt x="72993" y="93909"/>
                </a:lnTo>
                <a:lnTo>
                  <a:pt x="10468" y="93909"/>
                </a:lnTo>
                <a:cubicBezTo>
                  <a:pt x="4732" y="93909"/>
                  <a:pt x="0" y="89185"/>
                  <a:pt x="0" y="83315"/>
                </a:cubicBezTo>
                <a:cubicBezTo>
                  <a:pt x="0" y="77589"/>
                  <a:pt x="4732" y="72865"/>
                  <a:pt x="10468" y="72865"/>
                </a:cubicBezTo>
                <a:lnTo>
                  <a:pt x="83462" y="72865"/>
                </a:lnTo>
                <a:lnTo>
                  <a:pt x="291974" y="72865"/>
                </a:lnTo>
                <a:lnTo>
                  <a:pt x="291974" y="10450"/>
                </a:lnTo>
                <a:cubicBezTo>
                  <a:pt x="291974" y="4581"/>
                  <a:pt x="296706" y="0"/>
                  <a:pt x="302586" y="0"/>
                </a:cubicBezTo>
                <a:close/>
              </a:path>
            </a:pathLst>
          </a:cu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ea"/>
              <a:sym typeface="+mn-lt"/>
            </a:endParaRPr>
          </a:p>
        </p:txBody>
      </p:sp>
      <p:sp>
        <p:nvSpPr>
          <p:cNvPr id="10" name="矩形: 圆角 9"/>
          <p:cNvSpPr/>
          <p:nvPr/>
        </p:nvSpPr>
        <p:spPr>
          <a:xfrm>
            <a:off x="1130607" y="4519669"/>
            <a:ext cx="2358292" cy="463548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>
            <a:outerShdw blurRad="406400" sx="102000" sy="102000" algn="ctr" rotWithShape="0">
              <a:prstClr val="black">
                <a:alpha val="26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ea"/>
              <a:sym typeface="+mn-lt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130552" y="4583186"/>
            <a:ext cx="2433331" cy="3371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rPr>
              <a:t>答辩人：吴睿洋、冯亚岐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ea"/>
              <a:sym typeface="+mn-lt"/>
            </a:endParaRPr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任意多边形: 形状 418"/>
          <p:cNvSpPr/>
          <p:nvPr>
            <p:custDataLst>
              <p:tags r:id="rId1"/>
            </p:custDataLst>
          </p:nvPr>
        </p:nvSpPr>
        <p:spPr>
          <a:xfrm>
            <a:off x="0" y="0"/>
            <a:ext cx="12192000" cy="2951058"/>
          </a:xfrm>
          <a:custGeom>
            <a:avLst/>
            <a:gdLst>
              <a:gd name="connsiteX0" fmla="*/ 0 w 12192000"/>
              <a:gd name="connsiteY0" fmla="*/ 0 h 2663748"/>
              <a:gd name="connsiteX1" fmla="*/ 12192000 w 12192000"/>
              <a:gd name="connsiteY1" fmla="*/ 0 h 2663748"/>
              <a:gd name="connsiteX2" fmla="*/ 12192000 w 12192000"/>
              <a:gd name="connsiteY2" fmla="*/ 2663748 h 2663748"/>
              <a:gd name="connsiteX3" fmla="*/ 0 w 12192000"/>
              <a:gd name="connsiteY3" fmla="*/ 2663748 h 26637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2663748">
                <a:moveTo>
                  <a:pt x="0" y="0"/>
                </a:moveTo>
                <a:lnTo>
                  <a:pt x="12192000" y="0"/>
                </a:lnTo>
                <a:lnTo>
                  <a:pt x="12192000" y="2663748"/>
                </a:lnTo>
                <a:lnTo>
                  <a:pt x="0" y="2663748"/>
                </a:lnTo>
                <a:close/>
              </a:path>
            </a:pathLst>
          </a:custGeom>
          <a:solidFill>
            <a:schemeClr val="accent1"/>
          </a:solidFill>
          <a:ln>
            <a:noFill/>
            <a:prstDash val="solid"/>
          </a:ln>
          <a:effectLst/>
        </p:spPr>
        <p:style>
          <a:lnRef idx="2">
            <a:srgbClr val="376FFF">
              <a:shade val="50000"/>
            </a:srgbClr>
          </a:lnRef>
          <a:fillRef idx="1">
            <a:srgbClr val="376FFF"/>
          </a:fillRef>
          <a:effectRef idx="0">
            <a:srgbClr val="376FFF"/>
          </a:effectRef>
          <a:fontRef idx="minor">
            <a:srgbClr val="FFFFFF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7" name="标题 6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216535" y="812165"/>
            <a:ext cx="10515600" cy="1325563"/>
          </a:xfrm>
        </p:spPr>
        <p:txBody>
          <a:bodyPr/>
          <a:lstStyle/>
          <a:p>
            <a:pPr algn="l"/>
            <a:r>
              <a:rPr lang="zh-CN" altLang="en-US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项目介绍</a:t>
            </a:r>
            <a:endParaRPr lang="zh-CN" altLang="en-US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216535" y="2051050"/>
            <a:ext cx="4377055" cy="735330"/>
          </a:xfrm>
          <a:prstGeom prst="rect">
            <a:avLst/>
          </a:prstGeom>
          <a:ln>
            <a:noFill/>
            <a:prstDash val="sysDash"/>
          </a:ln>
        </p:spPr>
        <p:txBody>
          <a:bodyPr vert="horz" wrap="square" lIns="90170" tIns="46990" rIns="90170" bIns="46990" rtlCol="0" anchor="t" anchorCtr="0">
            <a:noAutofit/>
          </a:bodyPr>
          <a:lstStyle>
            <a:lvl1pPr marL="228600" marR="0" lvl="0" indent="-228600" fontAlgn="auto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kumimoji="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685800" marR="0" lvl="1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marR="0" lvl="2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marR="0" lvl="3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marR="0" lvl="4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marL="0" indent="0" algn="l">
              <a:buNone/>
            </a:pPr>
            <a:r>
              <a:rPr lang="zh-CN" altLang="en-US" sz="1400" spc="130" dirty="0">
                <a:ln>
                  <a:noFill/>
                  <a:prstDash val="sysDot"/>
                </a:ln>
                <a:solidFill>
                  <a:srgbClr val="FFFFFF"/>
                </a:solidFill>
                <a:latin typeface="+mn-ea"/>
                <a:ea typeface="+mn-ea"/>
                <a:sym typeface="+mn-ea"/>
              </a:rPr>
              <a:t>Prpject introduction</a:t>
            </a:r>
            <a:endParaRPr lang="zh-CN" altLang="en-US" sz="1400" spc="130" dirty="0">
              <a:ln>
                <a:noFill/>
                <a:prstDash val="sysDot"/>
              </a:ln>
              <a:solidFill>
                <a:srgbClr val="FFFFFF"/>
              </a:solidFill>
              <a:latin typeface="+mn-ea"/>
              <a:ea typeface="+mn-ea"/>
              <a:sym typeface="+mn-ea"/>
            </a:endParaRPr>
          </a:p>
        </p:txBody>
      </p:sp>
      <p:sp>
        <p:nvSpPr>
          <p:cNvPr id="424" name="矩形 423"/>
          <p:cNvSpPr/>
          <p:nvPr>
            <p:custDataLst>
              <p:tags r:id="rId4"/>
            </p:custDataLst>
          </p:nvPr>
        </p:nvSpPr>
        <p:spPr>
          <a:xfrm>
            <a:off x="6678295" y="1691005"/>
            <a:ext cx="5368290" cy="4079875"/>
          </a:xfrm>
          <a:prstGeom prst="rect">
            <a:avLst/>
          </a:prstGeom>
          <a:solidFill>
            <a:srgbClr val="FFFFFF"/>
          </a:solidFill>
          <a:ln>
            <a:noFill/>
            <a:prstDash val="solid"/>
          </a:ln>
          <a:effectLst>
            <a:outerShdw blurRad="177800" dist="88900" dir="12000000" algn="t" rotWithShape="0">
              <a:schemeClr val="accent1">
                <a:lumMod val="75000"/>
                <a:alpha val="8000"/>
              </a:schemeClr>
            </a:outerShdw>
          </a:effectLst>
        </p:spPr>
        <p:style>
          <a:lnRef idx="2">
            <a:srgbClr val="376FFF">
              <a:shade val="50000"/>
            </a:srgbClr>
          </a:lnRef>
          <a:fillRef idx="1">
            <a:srgbClr val="376FFF"/>
          </a:fillRef>
          <a:effectRef idx="0">
            <a:srgbClr val="376FFF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29" name="直接连接符 428"/>
          <p:cNvCxnSpPr/>
          <p:nvPr>
            <p:custDataLst>
              <p:tags r:id="rId5"/>
            </p:custDataLst>
          </p:nvPr>
        </p:nvCxnSpPr>
        <p:spPr>
          <a:xfrm>
            <a:off x="391160" y="5459095"/>
            <a:ext cx="4202430" cy="0"/>
          </a:xfrm>
          <a:prstGeom prst="line">
            <a:avLst/>
          </a:prstGeom>
          <a:ln>
            <a:solidFill>
              <a:srgbClr val="FFFFFF">
                <a:lumMod val="75000"/>
              </a:srgbClr>
            </a:solidFill>
          </a:ln>
        </p:spPr>
        <p:style>
          <a:lnRef idx="1">
            <a:srgbClr val="376FFF"/>
          </a:lnRef>
          <a:fillRef idx="0">
            <a:srgbClr val="376FFF"/>
          </a:fillRef>
          <a:effectRef idx="0">
            <a:srgbClr val="376FFF"/>
          </a:effectRef>
          <a:fontRef idx="minor">
            <a:srgbClr val="000000"/>
          </a:fontRef>
        </p:style>
      </p:cxnSp>
      <p:sp>
        <p:nvSpPr>
          <p:cNvPr id="430" name="椭圆 429"/>
          <p:cNvSpPr/>
          <p:nvPr>
            <p:custDataLst>
              <p:tags r:id="rId6"/>
            </p:custDataLst>
          </p:nvPr>
        </p:nvSpPr>
        <p:spPr>
          <a:xfrm>
            <a:off x="447040" y="5842635"/>
            <a:ext cx="558800" cy="558800"/>
          </a:xfrm>
          <a:prstGeom prst="ellipse">
            <a:avLst/>
          </a:prstGeom>
          <a:solidFill>
            <a:schemeClr val="accent1"/>
          </a:solidFill>
          <a:ln>
            <a:noFill/>
            <a:prstDash val="solid"/>
          </a:ln>
          <a:effectLst/>
        </p:spPr>
        <p:style>
          <a:lnRef idx="2">
            <a:srgbClr val="376FFF">
              <a:shade val="50000"/>
            </a:srgbClr>
          </a:lnRef>
          <a:fillRef idx="1">
            <a:srgbClr val="376FFF"/>
          </a:fillRef>
          <a:effectRef idx="0">
            <a:srgbClr val="376FFF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4" name="椭圆 433"/>
          <p:cNvSpPr/>
          <p:nvPr>
            <p:custDataLst>
              <p:tags r:id="rId7"/>
            </p:custDataLst>
          </p:nvPr>
        </p:nvSpPr>
        <p:spPr>
          <a:xfrm>
            <a:off x="1306830" y="5842635"/>
            <a:ext cx="558800" cy="558800"/>
          </a:xfrm>
          <a:prstGeom prst="ellipse">
            <a:avLst/>
          </a:prstGeom>
          <a:noFill/>
          <a:ln>
            <a:solidFill>
              <a:schemeClr val="accent1"/>
            </a:solidFill>
            <a:prstDash val="solid"/>
          </a:ln>
          <a:effectLst/>
        </p:spPr>
        <p:style>
          <a:lnRef idx="2">
            <a:srgbClr val="376FFF">
              <a:shade val="50000"/>
            </a:srgbClr>
          </a:lnRef>
          <a:fillRef idx="1">
            <a:srgbClr val="376FFF"/>
          </a:fillRef>
          <a:effectRef idx="0">
            <a:srgbClr val="376FFF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5" name="任意多边形: 形状 434"/>
          <p:cNvSpPr/>
          <p:nvPr>
            <p:custDataLst>
              <p:tags r:id="rId8"/>
            </p:custDataLst>
          </p:nvPr>
        </p:nvSpPr>
        <p:spPr>
          <a:xfrm>
            <a:off x="1470025" y="5983605"/>
            <a:ext cx="245110" cy="266065"/>
          </a:xfrm>
          <a:custGeom>
            <a:avLst/>
            <a:gdLst>
              <a:gd name="connsiteX0" fmla="*/ 438150 w 457320"/>
              <a:gd name="connsiteY0" fmla="*/ 257175 h 495300"/>
              <a:gd name="connsiteX1" fmla="*/ 444818 w 457320"/>
              <a:gd name="connsiteY1" fmla="*/ 251460 h 495300"/>
              <a:gd name="connsiteX2" fmla="*/ 457200 w 457320"/>
              <a:gd name="connsiteY2" fmla="*/ 214313 h 495300"/>
              <a:gd name="connsiteX3" fmla="*/ 408622 w 457320"/>
              <a:gd name="connsiteY3" fmla="*/ 171450 h 495300"/>
              <a:gd name="connsiteX4" fmla="*/ 266700 w 457320"/>
              <a:gd name="connsiteY4" fmla="*/ 171450 h 495300"/>
              <a:gd name="connsiteX5" fmla="*/ 266700 w 457320"/>
              <a:gd name="connsiteY5" fmla="*/ 66675 h 495300"/>
              <a:gd name="connsiteX6" fmla="*/ 200025 w 457320"/>
              <a:gd name="connsiteY6" fmla="*/ 0 h 495300"/>
              <a:gd name="connsiteX7" fmla="*/ 180975 w 457320"/>
              <a:gd name="connsiteY7" fmla="*/ 0 h 495300"/>
              <a:gd name="connsiteX8" fmla="*/ 171450 w 457320"/>
              <a:gd name="connsiteY8" fmla="*/ 9525 h 495300"/>
              <a:gd name="connsiteX9" fmla="*/ 171450 w 457320"/>
              <a:gd name="connsiteY9" fmla="*/ 55245 h 495300"/>
              <a:gd name="connsiteX10" fmla="*/ 151447 w 457320"/>
              <a:gd name="connsiteY10" fmla="*/ 124778 h 495300"/>
              <a:gd name="connsiteX11" fmla="*/ 103822 w 457320"/>
              <a:gd name="connsiteY11" fmla="*/ 202883 h 495300"/>
              <a:gd name="connsiteX12" fmla="*/ 76200 w 457320"/>
              <a:gd name="connsiteY12" fmla="*/ 190500 h 495300"/>
              <a:gd name="connsiteX13" fmla="*/ 38100 w 457320"/>
              <a:gd name="connsiteY13" fmla="*/ 190500 h 495300"/>
              <a:gd name="connsiteX14" fmla="*/ 0 w 457320"/>
              <a:gd name="connsiteY14" fmla="*/ 228600 h 495300"/>
              <a:gd name="connsiteX15" fmla="*/ 0 w 457320"/>
              <a:gd name="connsiteY15" fmla="*/ 457200 h 495300"/>
              <a:gd name="connsiteX16" fmla="*/ 38100 w 457320"/>
              <a:gd name="connsiteY16" fmla="*/ 495300 h 495300"/>
              <a:gd name="connsiteX17" fmla="*/ 76200 w 457320"/>
              <a:gd name="connsiteY17" fmla="*/ 495300 h 495300"/>
              <a:gd name="connsiteX18" fmla="*/ 107632 w 457320"/>
              <a:gd name="connsiteY18" fmla="*/ 479108 h 495300"/>
              <a:gd name="connsiteX19" fmla="*/ 142875 w 457320"/>
              <a:gd name="connsiteY19" fmla="*/ 495300 h 495300"/>
              <a:gd name="connsiteX20" fmla="*/ 350520 w 457320"/>
              <a:gd name="connsiteY20" fmla="*/ 495300 h 495300"/>
              <a:gd name="connsiteX21" fmla="*/ 399097 w 457320"/>
              <a:gd name="connsiteY21" fmla="*/ 452438 h 495300"/>
              <a:gd name="connsiteX22" fmla="*/ 389572 w 457320"/>
              <a:gd name="connsiteY22" fmla="*/ 419100 h 495300"/>
              <a:gd name="connsiteX23" fmla="*/ 437197 w 457320"/>
              <a:gd name="connsiteY23" fmla="*/ 376238 h 495300"/>
              <a:gd name="connsiteX24" fmla="*/ 424815 w 457320"/>
              <a:gd name="connsiteY24" fmla="*/ 340042 h 495300"/>
              <a:gd name="connsiteX25" fmla="*/ 456247 w 457320"/>
              <a:gd name="connsiteY25" fmla="*/ 300038 h 495300"/>
              <a:gd name="connsiteX26" fmla="*/ 443865 w 457320"/>
              <a:gd name="connsiteY26" fmla="*/ 262890 h 495300"/>
              <a:gd name="connsiteX27" fmla="*/ 438150 w 457320"/>
              <a:gd name="connsiteY27" fmla="*/ 257175 h 495300"/>
              <a:gd name="connsiteX28" fmla="*/ 95250 w 457320"/>
              <a:gd name="connsiteY28" fmla="*/ 457200 h 495300"/>
              <a:gd name="connsiteX29" fmla="*/ 76200 w 457320"/>
              <a:gd name="connsiteY29" fmla="*/ 476250 h 495300"/>
              <a:gd name="connsiteX30" fmla="*/ 38100 w 457320"/>
              <a:gd name="connsiteY30" fmla="*/ 476250 h 495300"/>
              <a:gd name="connsiteX31" fmla="*/ 19050 w 457320"/>
              <a:gd name="connsiteY31" fmla="*/ 457200 h 495300"/>
              <a:gd name="connsiteX32" fmla="*/ 19050 w 457320"/>
              <a:gd name="connsiteY32" fmla="*/ 228600 h 495300"/>
              <a:gd name="connsiteX33" fmla="*/ 38100 w 457320"/>
              <a:gd name="connsiteY33" fmla="*/ 209550 h 495300"/>
              <a:gd name="connsiteX34" fmla="*/ 76200 w 457320"/>
              <a:gd name="connsiteY34" fmla="*/ 209550 h 495300"/>
              <a:gd name="connsiteX35" fmla="*/ 95250 w 457320"/>
              <a:gd name="connsiteY35" fmla="*/ 228600 h 495300"/>
              <a:gd name="connsiteX36" fmla="*/ 95250 w 457320"/>
              <a:gd name="connsiteY36" fmla="*/ 457200 h 495300"/>
              <a:gd name="connsiteX37" fmla="*/ 371475 w 457320"/>
              <a:gd name="connsiteY37" fmla="*/ 266700 h 495300"/>
              <a:gd name="connsiteX38" fmla="*/ 409575 w 457320"/>
              <a:gd name="connsiteY38" fmla="*/ 266700 h 495300"/>
              <a:gd name="connsiteX39" fmla="*/ 430530 w 457320"/>
              <a:gd name="connsiteY39" fmla="*/ 276225 h 495300"/>
              <a:gd name="connsiteX40" fmla="*/ 438150 w 457320"/>
              <a:gd name="connsiteY40" fmla="*/ 298133 h 495300"/>
              <a:gd name="connsiteX41" fmla="*/ 407670 w 457320"/>
              <a:gd name="connsiteY41" fmla="*/ 323850 h 495300"/>
              <a:gd name="connsiteX42" fmla="*/ 361950 w 457320"/>
              <a:gd name="connsiteY42" fmla="*/ 323850 h 495300"/>
              <a:gd name="connsiteX43" fmla="*/ 352425 w 457320"/>
              <a:gd name="connsiteY43" fmla="*/ 333375 h 495300"/>
              <a:gd name="connsiteX44" fmla="*/ 361950 w 457320"/>
              <a:gd name="connsiteY44" fmla="*/ 342900 h 495300"/>
              <a:gd name="connsiteX45" fmla="*/ 390525 w 457320"/>
              <a:gd name="connsiteY45" fmla="*/ 342900 h 495300"/>
              <a:gd name="connsiteX46" fmla="*/ 411480 w 457320"/>
              <a:gd name="connsiteY46" fmla="*/ 352425 h 495300"/>
              <a:gd name="connsiteX47" fmla="*/ 419100 w 457320"/>
              <a:gd name="connsiteY47" fmla="*/ 374333 h 495300"/>
              <a:gd name="connsiteX48" fmla="*/ 388620 w 457320"/>
              <a:gd name="connsiteY48" fmla="*/ 400050 h 495300"/>
              <a:gd name="connsiteX49" fmla="*/ 342900 w 457320"/>
              <a:gd name="connsiteY49" fmla="*/ 400050 h 495300"/>
              <a:gd name="connsiteX50" fmla="*/ 333375 w 457320"/>
              <a:gd name="connsiteY50" fmla="*/ 409575 h 495300"/>
              <a:gd name="connsiteX51" fmla="*/ 342900 w 457320"/>
              <a:gd name="connsiteY51" fmla="*/ 419100 h 495300"/>
              <a:gd name="connsiteX52" fmla="*/ 352425 w 457320"/>
              <a:gd name="connsiteY52" fmla="*/ 419100 h 495300"/>
              <a:gd name="connsiteX53" fmla="*/ 373380 w 457320"/>
              <a:gd name="connsiteY53" fmla="*/ 428625 h 495300"/>
              <a:gd name="connsiteX54" fmla="*/ 381000 w 457320"/>
              <a:gd name="connsiteY54" fmla="*/ 450533 h 495300"/>
              <a:gd name="connsiteX55" fmla="*/ 350520 w 457320"/>
              <a:gd name="connsiteY55" fmla="*/ 476250 h 495300"/>
              <a:gd name="connsiteX56" fmla="*/ 142875 w 457320"/>
              <a:gd name="connsiteY56" fmla="*/ 476250 h 495300"/>
              <a:gd name="connsiteX57" fmla="*/ 114300 w 457320"/>
              <a:gd name="connsiteY57" fmla="*/ 447675 h 495300"/>
              <a:gd name="connsiteX58" fmla="*/ 114300 w 457320"/>
              <a:gd name="connsiteY58" fmla="*/ 221933 h 495300"/>
              <a:gd name="connsiteX59" fmla="*/ 167640 w 457320"/>
              <a:gd name="connsiteY59" fmla="*/ 135255 h 495300"/>
              <a:gd name="connsiteX60" fmla="*/ 190500 w 457320"/>
              <a:gd name="connsiteY60" fmla="*/ 55245 h 495300"/>
              <a:gd name="connsiteX61" fmla="*/ 190500 w 457320"/>
              <a:gd name="connsiteY61" fmla="*/ 19050 h 495300"/>
              <a:gd name="connsiteX62" fmla="*/ 200025 w 457320"/>
              <a:gd name="connsiteY62" fmla="*/ 19050 h 495300"/>
              <a:gd name="connsiteX63" fmla="*/ 247650 w 457320"/>
              <a:gd name="connsiteY63" fmla="*/ 66675 h 495300"/>
              <a:gd name="connsiteX64" fmla="*/ 247650 w 457320"/>
              <a:gd name="connsiteY64" fmla="*/ 171450 h 495300"/>
              <a:gd name="connsiteX65" fmla="*/ 266700 w 457320"/>
              <a:gd name="connsiteY65" fmla="*/ 190500 h 495300"/>
              <a:gd name="connsiteX66" fmla="*/ 407670 w 457320"/>
              <a:gd name="connsiteY66" fmla="*/ 190500 h 495300"/>
              <a:gd name="connsiteX67" fmla="*/ 438150 w 457320"/>
              <a:gd name="connsiteY67" fmla="*/ 216217 h 495300"/>
              <a:gd name="connsiteX68" fmla="*/ 430530 w 457320"/>
              <a:gd name="connsiteY68" fmla="*/ 238125 h 495300"/>
              <a:gd name="connsiteX69" fmla="*/ 409575 w 457320"/>
              <a:gd name="connsiteY69" fmla="*/ 247650 h 495300"/>
              <a:gd name="connsiteX70" fmla="*/ 371475 w 457320"/>
              <a:gd name="connsiteY70" fmla="*/ 247650 h 495300"/>
              <a:gd name="connsiteX71" fmla="*/ 361950 w 457320"/>
              <a:gd name="connsiteY71" fmla="*/ 257175 h 495300"/>
              <a:gd name="connsiteX72" fmla="*/ 371475 w 457320"/>
              <a:gd name="connsiteY72" fmla="*/ 266700 h 495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457320" h="495300">
                <a:moveTo>
                  <a:pt x="438150" y="257175"/>
                </a:moveTo>
                <a:cubicBezTo>
                  <a:pt x="441007" y="255270"/>
                  <a:pt x="442913" y="253365"/>
                  <a:pt x="444818" y="251460"/>
                </a:cubicBezTo>
                <a:cubicBezTo>
                  <a:pt x="453390" y="241935"/>
                  <a:pt x="458153" y="228600"/>
                  <a:pt x="457200" y="214313"/>
                </a:cubicBezTo>
                <a:cubicBezTo>
                  <a:pt x="455295" y="190500"/>
                  <a:pt x="433388" y="171450"/>
                  <a:pt x="408622" y="171450"/>
                </a:cubicBezTo>
                <a:lnTo>
                  <a:pt x="266700" y="171450"/>
                </a:lnTo>
                <a:lnTo>
                  <a:pt x="266700" y="66675"/>
                </a:lnTo>
                <a:cubicBezTo>
                  <a:pt x="266700" y="29528"/>
                  <a:pt x="237172" y="0"/>
                  <a:pt x="200025" y="0"/>
                </a:cubicBezTo>
                <a:lnTo>
                  <a:pt x="180975" y="0"/>
                </a:lnTo>
                <a:cubicBezTo>
                  <a:pt x="175260" y="0"/>
                  <a:pt x="171450" y="3810"/>
                  <a:pt x="171450" y="9525"/>
                </a:cubicBezTo>
                <a:lnTo>
                  <a:pt x="171450" y="55245"/>
                </a:lnTo>
                <a:cubicBezTo>
                  <a:pt x="171450" y="80010"/>
                  <a:pt x="164782" y="103822"/>
                  <a:pt x="151447" y="124778"/>
                </a:cubicBezTo>
                <a:lnTo>
                  <a:pt x="103822" y="202883"/>
                </a:lnTo>
                <a:cubicBezTo>
                  <a:pt x="97155" y="195263"/>
                  <a:pt x="86678" y="190500"/>
                  <a:pt x="76200" y="190500"/>
                </a:cubicBezTo>
                <a:lnTo>
                  <a:pt x="38100" y="190500"/>
                </a:lnTo>
                <a:cubicBezTo>
                  <a:pt x="17145" y="190500"/>
                  <a:pt x="0" y="207645"/>
                  <a:pt x="0" y="228600"/>
                </a:cubicBezTo>
                <a:lnTo>
                  <a:pt x="0" y="457200"/>
                </a:lnTo>
                <a:cubicBezTo>
                  <a:pt x="0" y="478155"/>
                  <a:pt x="17145" y="495300"/>
                  <a:pt x="38100" y="495300"/>
                </a:cubicBezTo>
                <a:lnTo>
                  <a:pt x="76200" y="495300"/>
                </a:lnTo>
                <a:cubicBezTo>
                  <a:pt x="89535" y="495300"/>
                  <a:pt x="100013" y="488633"/>
                  <a:pt x="107632" y="479108"/>
                </a:cubicBezTo>
                <a:cubicBezTo>
                  <a:pt x="116205" y="488633"/>
                  <a:pt x="128588" y="495300"/>
                  <a:pt x="142875" y="495300"/>
                </a:cubicBezTo>
                <a:lnTo>
                  <a:pt x="350520" y="495300"/>
                </a:lnTo>
                <a:cubicBezTo>
                  <a:pt x="375285" y="495300"/>
                  <a:pt x="397193" y="476250"/>
                  <a:pt x="399097" y="452438"/>
                </a:cubicBezTo>
                <a:cubicBezTo>
                  <a:pt x="400050" y="440055"/>
                  <a:pt x="397193" y="428625"/>
                  <a:pt x="389572" y="419100"/>
                </a:cubicBezTo>
                <a:cubicBezTo>
                  <a:pt x="414338" y="418147"/>
                  <a:pt x="434340" y="400050"/>
                  <a:pt x="437197" y="376238"/>
                </a:cubicBezTo>
                <a:cubicBezTo>
                  <a:pt x="438150" y="362903"/>
                  <a:pt x="434340" y="349567"/>
                  <a:pt x="424815" y="340042"/>
                </a:cubicBezTo>
                <a:cubicBezTo>
                  <a:pt x="441960" y="333375"/>
                  <a:pt x="454343" y="318135"/>
                  <a:pt x="456247" y="300038"/>
                </a:cubicBezTo>
                <a:cubicBezTo>
                  <a:pt x="457200" y="286703"/>
                  <a:pt x="453390" y="273367"/>
                  <a:pt x="443865" y="262890"/>
                </a:cubicBezTo>
                <a:cubicBezTo>
                  <a:pt x="442913" y="260985"/>
                  <a:pt x="441007" y="259080"/>
                  <a:pt x="438150" y="257175"/>
                </a:cubicBezTo>
                <a:close/>
                <a:moveTo>
                  <a:pt x="95250" y="457200"/>
                </a:moveTo>
                <a:cubicBezTo>
                  <a:pt x="95250" y="467678"/>
                  <a:pt x="86678" y="476250"/>
                  <a:pt x="76200" y="476250"/>
                </a:cubicBezTo>
                <a:lnTo>
                  <a:pt x="38100" y="476250"/>
                </a:lnTo>
                <a:cubicBezTo>
                  <a:pt x="27622" y="476250"/>
                  <a:pt x="19050" y="467678"/>
                  <a:pt x="19050" y="457200"/>
                </a:cubicBezTo>
                <a:lnTo>
                  <a:pt x="19050" y="228600"/>
                </a:lnTo>
                <a:cubicBezTo>
                  <a:pt x="19050" y="218122"/>
                  <a:pt x="27622" y="209550"/>
                  <a:pt x="38100" y="209550"/>
                </a:cubicBezTo>
                <a:lnTo>
                  <a:pt x="76200" y="209550"/>
                </a:lnTo>
                <a:cubicBezTo>
                  <a:pt x="86678" y="209550"/>
                  <a:pt x="95250" y="218122"/>
                  <a:pt x="95250" y="228600"/>
                </a:cubicBezTo>
                <a:lnTo>
                  <a:pt x="95250" y="457200"/>
                </a:lnTo>
                <a:close/>
                <a:moveTo>
                  <a:pt x="371475" y="266700"/>
                </a:moveTo>
                <a:lnTo>
                  <a:pt x="409575" y="266700"/>
                </a:lnTo>
                <a:cubicBezTo>
                  <a:pt x="417195" y="266700"/>
                  <a:pt x="425768" y="270510"/>
                  <a:pt x="430530" y="276225"/>
                </a:cubicBezTo>
                <a:cubicBezTo>
                  <a:pt x="436245" y="281940"/>
                  <a:pt x="438150" y="290513"/>
                  <a:pt x="438150" y="298133"/>
                </a:cubicBezTo>
                <a:cubicBezTo>
                  <a:pt x="437197" y="312420"/>
                  <a:pt x="423863" y="323850"/>
                  <a:pt x="407670" y="323850"/>
                </a:cubicBezTo>
                <a:lnTo>
                  <a:pt x="361950" y="323850"/>
                </a:lnTo>
                <a:cubicBezTo>
                  <a:pt x="356235" y="323850"/>
                  <a:pt x="352425" y="327660"/>
                  <a:pt x="352425" y="333375"/>
                </a:cubicBezTo>
                <a:cubicBezTo>
                  <a:pt x="352425" y="339090"/>
                  <a:pt x="356235" y="342900"/>
                  <a:pt x="361950" y="342900"/>
                </a:cubicBezTo>
                <a:lnTo>
                  <a:pt x="390525" y="342900"/>
                </a:lnTo>
                <a:cubicBezTo>
                  <a:pt x="398145" y="342900"/>
                  <a:pt x="406718" y="346710"/>
                  <a:pt x="411480" y="352425"/>
                </a:cubicBezTo>
                <a:cubicBezTo>
                  <a:pt x="417195" y="358140"/>
                  <a:pt x="419100" y="366713"/>
                  <a:pt x="419100" y="374333"/>
                </a:cubicBezTo>
                <a:cubicBezTo>
                  <a:pt x="418147" y="388620"/>
                  <a:pt x="404813" y="400050"/>
                  <a:pt x="388620" y="400050"/>
                </a:cubicBezTo>
                <a:lnTo>
                  <a:pt x="342900" y="400050"/>
                </a:lnTo>
                <a:cubicBezTo>
                  <a:pt x="337185" y="400050"/>
                  <a:pt x="333375" y="403860"/>
                  <a:pt x="333375" y="409575"/>
                </a:cubicBezTo>
                <a:cubicBezTo>
                  <a:pt x="333375" y="415290"/>
                  <a:pt x="337185" y="419100"/>
                  <a:pt x="342900" y="419100"/>
                </a:cubicBezTo>
                <a:lnTo>
                  <a:pt x="352425" y="419100"/>
                </a:lnTo>
                <a:cubicBezTo>
                  <a:pt x="360045" y="419100"/>
                  <a:pt x="368618" y="422910"/>
                  <a:pt x="373380" y="428625"/>
                </a:cubicBezTo>
                <a:cubicBezTo>
                  <a:pt x="379095" y="434340"/>
                  <a:pt x="381000" y="442913"/>
                  <a:pt x="381000" y="450533"/>
                </a:cubicBezTo>
                <a:cubicBezTo>
                  <a:pt x="380047" y="464820"/>
                  <a:pt x="366713" y="476250"/>
                  <a:pt x="350520" y="476250"/>
                </a:cubicBezTo>
                <a:lnTo>
                  <a:pt x="142875" y="476250"/>
                </a:lnTo>
                <a:cubicBezTo>
                  <a:pt x="126682" y="476250"/>
                  <a:pt x="114300" y="463867"/>
                  <a:pt x="114300" y="447675"/>
                </a:cubicBezTo>
                <a:lnTo>
                  <a:pt x="114300" y="221933"/>
                </a:lnTo>
                <a:lnTo>
                  <a:pt x="167640" y="135255"/>
                </a:lnTo>
                <a:cubicBezTo>
                  <a:pt x="182880" y="111442"/>
                  <a:pt x="190500" y="83820"/>
                  <a:pt x="190500" y="55245"/>
                </a:cubicBezTo>
                <a:lnTo>
                  <a:pt x="190500" y="19050"/>
                </a:lnTo>
                <a:lnTo>
                  <a:pt x="200025" y="19050"/>
                </a:lnTo>
                <a:cubicBezTo>
                  <a:pt x="226695" y="19050"/>
                  <a:pt x="247650" y="40005"/>
                  <a:pt x="247650" y="66675"/>
                </a:cubicBezTo>
                <a:lnTo>
                  <a:pt x="247650" y="171450"/>
                </a:lnTo>
                <a:cubicBezTo>
                  <a:pt x="247650" y="181928"/>
                  <a:pt x="256222" y="190500"/>
                  <a:pt x="266700" y="190500"/>
                </a:cubicBezTo>
                <a:lnTo>
                  <a:pt x="407670" y="190500"/>
                </a:lnTo>
                <a:cubicBezTo>
                  <a:pt x="422910" y="190500"/>
                  <a:pt x="436245" y="201930"/>
                  <a:pt x="438150" y="216217"/>
                </a:cubicBezTo>
                <a:cubicBezTo>
                  <a:pt x="439103" y="224790"/>
                  <a:pt x="436245" y="232410"/>
                  <a:pt x="430530" y="238125"/>
                </a:cubicBezTo>
                <a:cubicBezTo>
                  <a:pt x="424815" y="243840"/>
                  <a:pt x="417195" y="247650"/>
                  <a:pt x="409575" y="247650"/>
                </a:cubicBezTo>
                <a:lnTo>
                  <a:pt x="371475" y="247650"/>
                </a:lnTo>
                <a:cubicBezTo>
                  <a:pt x="365760" y="247650"/>
                  <a:pt x="361950" y="251460"/>
                  <a:pt x="361950" y="257175"/>
                </a:cubicBezTo>
                <a:cubicBezTo>
                  <a:pt x="361950" y="262890"/>
                  <a:pt x="365760" y="266700"/>
                  <a:pt x="371475" y="266700"/>
                </a:cubicBez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437" name="椭圆 436"/>
          <p:cNvSpPr/>
          <p:nvPr>
            <p:custDataLst>
              <p:tags r:id="rId9"/>
            </p:custDataLst>
          </p:nvPr>
        </p:nvSpPr>
        <p:spPr>
          <a:xfrm>
            <a:off x="2166620" y="5842635"/>
            <a:ext cx="558800" cy="558800"/>
          </a:xfrm>
          <a:prstGeom prst="ellipse">
            <a:avLst/>
          </a:prstGeom>
          <a:solidFill>
            <a:schemeClr val="accent1"/>
          </a:solidFill>
          <a:ln>
            <a:noFill/>
            <a:prstDash val="solid"/>
          </a:ln>
          <a:effectLst/>
        </p:spPr>
        <p:style>
          <a:lnRef idx="2">
            <a:srgbClr val="376FFF">
              <a:shade val="50000"/>
            </a:srgbClr>
          </a:lnRef>
          <a:fillRef idx="1">
            <a:srgbClr val="376FFF"/>
          </a:fillRef>
          <a:effectRef idx="0">
            <a:srgbClr val="376FFF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0" name="椭圆 439"/>
          <p:cNvSpPr/>
          <p:nvPr>
            <p:custDataLst>
              <p:tags r:id="rId10"/>
            </p:custDataLst>
          </p:nvPr>
        </p:nvSpPr>
        <p:spPr>
          <a:xfrm>
            <a:off x="3026410" y="5842635"/>
            <a:ext cx="558800" cy="558800"/>
          </a:xfrm>
          <a:prstGeom prst="ellipse">
            <a:avLst/>
          </a:prstGeom>
          <a:solidFill>
            <a:schemeClr val="accent1"/>
          </a:solidFill>
          <a:ln>
            <a:noFill/>
            <a:prstDash val="solid"/>
          </a:ln>
          <a:effectLst/>
        </p:spPr>
        <p:style>
          <a:lnRef idx="2">
            <a:srgbClr val="376FFF">
              <a:shade val="50000"/>
            </a:srgbClr>
          </a:lnRef>
          <a:fillRef idx="1">
            <a:srgbClr val="376FFF"/>
          </a:fillRef>
          <a:effectRef idx="0">
            <a:srgbClr val="376FFF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42" name="直接连接符 441"/>
          <p:cNvCxnSpPr/>
          <p:nvPr>
            <p:custDataLst>
              <p:tags r:id="rId11"/>
            </p:custDataLst>
          </p:nvPr>
        </p:nvCxnSpPr>
        <p:spPr>
          <a:xfrm>
            <a:off x="391160" y="6746875"/>
            <a:ext cx="4202430" cy="0"/>
          </a:xfrm>
          <a:prstGeom prst="line">
            <a:avLst/>
          </a:prstGeom>
          <a:ln>
            <a:solidFill>
              <a:srgbClr val="FFFFFF">
                <a:lumMod val="75000"/>
              </a:srgbClr>
            </a:solidFill>
          </a:ln>
        </p:spPr>
        <p:style>
          <a:lnRef idx="1">
            <a:srgbClr val="376FFF"/>
          </a:lnRef>
          <a:fillRef idx="0">
            <a:srgbClr val="376FFF"/>
          </a:fillRef>
          <a:effectRef idx="0">
            <a:srgbClr val="376FFF"/>
          </a:effectRef>
          <a:fontRef idx="minor">
            <a:srgbClr val="000000"/>
          </a:fontRef>
        </p:style>
      </p:cxnSp>
      <p:cxnSp>
        <p:nvCxnSpPr>
          <p:cNvPr id="417" name="直接连接符 416"/>
          <p:cNvCxnSpPr/>
          <p:nvPr>
            <p:custDataLst>
              <p:tags r:id="rId12"/>
            </p:custDataLst>
          </p:nvPr>
        </p:nvCxnSpPr>
        <p:spPr>
          <a:xfrm>
            <a:off x="346710" y="1966595"/>
            <a:ext cx="590550" cy="0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1">
            <a:srgbClr val="376FFF"/>
          </a:lnRef>
          <a:fillRef idx="0">
            <a:srgbClr val="376FFF"/>
          </a:fillRef>
          <a:effectRef idx="0">
            <a:srgbClr val="376FFF"/>
          </a:effectRef>
          <a:fontRef idx="minor">
            <a:srgbClr val="000000"/>
          </a:fontRef>
        </p:style>
      </p:cxnSp>
      <p:sp>
        <p:nvSpPr>
          <p:cNvPr id="3" name="Oval 37"/>
          <p:cNvSpPr/>
          <p:nvPr>
            <p:custDataLst>
              <p:tags r:id="rId13"/>
            </p:custDataLst>
          </p:nvPr>
        </p:nvSpPr>
        <p:spPr>
          <a:xfrm>
            <a:off x="2300605" y="5983605"/>
            <a:ext cx="290830" cy="288925"/>
          </a:xfrm>
          <a:custGeom>
            <a:avLst/>
            <a:gdLst>
              <a:gd name="connsiteX0" fmla="*/ 325000 h 606722"/>
              <a:gd name="connsiteY0" fmla="*/ 325000 h 606722"/>
              <a:gd name="connsiteX1" fmla="*/ 325000 h 606722"/>
              <a:gd name="connsiteY1" fmla="*/ 325000 h 606722"/>
              <a:gd name="connsiteX2" fmla="*/ 325000 h 606722"/>
              <a:gd name="connsiteY2" fmla="*/ 325000 h 606722"/>
              <a:gd name="connsiteX3" fmla="*/ 325000 h 606722"/>
              <a:gd name="connsiteY3" fmla="*/ 325000 h 606722"/>
              <a:gd name="connsiteX4" fmla="*/ 325000 h 606722"/>
              <a:gd name="connsiteY4" fmla="*/ 325000 h 606722"/>
              <a:gd name="connsiteX5" fmla="*/ 325000 h 606722"/>
              <a:gd name="connsiteY5" fmla="*/ 325000 h 606722"/>
              <a:gd name="connsiteX6" fmla="*/ 325000 h 606722"/>
              <a:gd name="connsiteY6" fmla="*/ 325000 h 606722"/>
              <a:gd name="connsiteX7" fmla="*/ 325000 h 606722"/>
              <a:gd name="connsiteY7" fmla="*/ 325000 h 606722"/>
              <a:gd name="connsiteX8" fmla="*/ 325000 h 606722"/>
              <a:gd name="connsiteY8" fmla="*/ 325000 h 606722"/>
              <a:gd name="connsiteX9" fmla="*/ 325000 h 606722"/>
              <a:gd name="connsiteY9" fmla="*/ 325000 h 606722"/>
              <a:gd name="connsiteX10" fmla="*/ 325000 h 606722"/>
              <a:gd name="connsiteY10" fmla="*/ 325000 h 606722"/>
              <a:gd name="connsiteX11" fmla="*/ 325000 h 606722"/>
              <a:gd name="connsiteY11" fmla="*/ 325000 h 606722"/>
              <a:gd name="connsiteX12" fmla="*/ 325000 h 606722"/>
              <a:gd name="connsiteY12" fmla="*/ 325000 h 606722"/>
              <a:gd name="connsiteX13" fmla="*/ 325000 h 606722"/>
              <a:gd name="connsiteY13" fmla="*/ 325000 h 606722"/>
              <a:gd name="connsiteX14" fmla="*/ 325000 h 606722"/>
              <a:gd name="connsiteY14" fmla="*/ 325000 h 606722"/>
              <a:gd name="connsiteX15" fmla="*/ 325000 h 606722"/>
              <a:gd name="connsiteY15" fmla="*/ 325000 h 606722"/>
              <a:gd name="connsiteX16" fmla="*/ 325000 h 606722"/>
              <a:gd name="connsiteY16" fmla="*/ 325000 h 606722"/>
              <a:gd name="connsiteX17" fmla="*/ 325000 h 606722"/>
              <a:gd name="connsiteY17" fmla="*/ 325000 h 606722"/>
              <a:gd name="connsiteX18" fmla="*/ 325000 h 606722"/>
              <a:gd name="connsiteY18" fmla="*/ 325000 h 606722"/>
              <a:gd name="connsiteX19" fmla="*/ 325000 h 606722"/>
              <a:gd name="connsiteY19" fmla="*/ 325000 h 606722"/>
              <a:gd name="connsiteX20" fmla="*/ 325000 h 606722"/>
              <a:gd name="connsiteY20" fmla="*/ 325000 h 606722"/>
              <a:gd name="connsiteX21" fmla="*/ 325000 h 606722"/>
              <a:gd name="connsiteY21" fmla="*/ 325000 h 606722"/>
              <a:gd name="connsiteX22" fmla="*/ 325000 h 606722"/>
              <a:gd name="connsiteY22" fmla="*/ 325000 h 606722"/>
              <a:gd name="connsiteX23" fmla="*/ 325000 h 606722"/>
              <a:gd name="connsiteY23" fmla="*/ 325000 h 606722"/>
              <a:gd name="connsiteX24" fmla="*/ 325000 h 606722"/>
              <a:gd name="connsiteY24" fmla="*/ 325000 h 606722"/>
              <a:gd name="connsiteX25" fmla="*/ 325000 h 606722"/>
              <a:gd name="connsiteY25" fmla="*/ 325000 h 606722"/>
              <a:gd name="connsiteX26" fmla="*/ 325000 h 606722"/>
              <a:gd name="connsiteY26" fmla="*/ 325000 h 606722"/>
              <a:gd name="connsiteX27" fmla="*/ 325000 h 606722"/>
              <a:gd name="connsiteY27" fmla="*/ 325000 h 606722"/>
              <a:gd name="connsiteX28" fmla="*/ 325000 h 606722"/>
              <a:gd name="connsiteY28" fmla="*/ 325000 h 606722"/>
              <a:gd name="connsiteX29" fmla="*/ 325000 h 606722"/>
              <a:gd name="connsiteY29" fmla="*/ 325000 h 606722"/>
              <a:gd name="connsiteX30" fmla="*/ 325000 h 606722"/>
              <a:gd name="connsiteY30" fmla="*/ 325000 h 6067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607639" h="606722">
                <a:moveTo>
                  <a:pt x="217638" y="134690"/>
                </a:moveTo>
                <a:cubicBezTo>
                  <a:pt x="221565" y="135712"/>
                  <a:pt x="225102" y="138223"/>
                  <a:pt x="227327" y="142001"/>
                </a:cubicBezTo>
                <a:cubicBezTo>
                  <a:pt x="231688" y="149467"/>
                  <a:pt x="229196" y="159155"/>
                  <a:pt x="221720" y="163599"/>
                </a:cubicBezTo>
                <a:cubicBezTo>
                  <a:pt x="172238" y="192574"/>
                  <a:pt x="141535" y="246169"/>
                  <a:pt x="141535" y="303320"/>
                </a:cubicBezTo>
                <a:cubicBezTo>
                  <a:pt x="141535" y="392734"/>
                  <a:pt x="214334" y="465350"/>
                  <a:pt x="303775" y="465350"/>
                </a:cubicBezTo>
                <a:cubicBezTo>
                  <a:pt x="393305" y="465350"/>
                  <a:pt x="466015" y="392734"/>
                  <a:pt x="466015" y="303320"/>
                </a:cubicBezTo>
                <a:cubicBezTo>
                  <a:pt x="466015" y="246169"/>
                  <a:pt x="435312" y="192574"/>
                  <a:pt x="385919" y="163599"/>
                </a:cubicBezTo>
                <a:cubicBezTo>
                  <a:pt x="378443" y="159155"/>
                  <a:pt x="375862" y="149467"/>
                  <a:pt x="380312" y="142001"/>
                </a:cubicBezTo>
                <a:cubicBezTo>
                  <a:pt x="384762" y="134446"/>
                  <a:pt x="394462" y="131957"/>
                  <a:pt x="401938" y="136312"/>
                </a:cubicBezTo>
                <a:cubicBezTo>
                  <a:pt x="461031" y="171065"/>
                  <a:pt x="497698" y="235059"/>
                  <a:pt x="497698" y="303320"/>
                </a:cubicBezTo>
                <a:cubicBezTo>
                  <a:pt x="497698" y="410155"/>
                  <a:pt x="410749" y="496992"/>
                  <a:pt x="303775" y="496992"/>
                </a:cubicBezTo>
                <a:cubicBezTo>
                  <a:pt x="196890" y="496992"/>
                  <a:pt x="109941" y="410155"/>
                  <a:pt x="109941" y="303320"/>
                </a:cubicBezTo>
                <a:cubicBezTo>
                  <a:pt x="109941" y="235059"/>
                  <a:pt x="146607" y="171065"/>
                  <a:pt x="205612" y="136312"/>
                </a:cubicBezTo>
                <a:cubicBezTo>
                  <a:pt x="209395" y="134135"/>
                  <a:pt x="213711" y="133668"/>
                  <a:pt x="217638" y="134690"/>
                </a:cubicBezTo>
                <a:close/>
                <a:moveTo>
                  <a:pt x="303775" y="88701"/>
                </a:moveTo>
                <a:cubicBezTo>
                  <a:pt x="312483" y="88701"/>
                  <a:pt x="319591" y="95723"/>
                  <a:pt x="319591" y="104433"/>
                </a:cubicBezTo>
                <a:lnTo>
                  <a:pt x="319591" y="303347"/>
                </a:lnTo>
                <a:cubicBezTo>
                  <a:pt x="319591" y="312058"/>
                  <a:pt x="312483" y="319168"/>
                  <a:pt x="303775" y="319168"/>
                </a:cubicBezTo>
                <a:cubicBezTo>
                  <a:pt x="295067" y="319168"/>
                  <a:pt x="288048" y="312058"/>
                  <a:pt x="288048" y="303347"/>
                </a:cubicBezTo>
                <a:lnTo>
                  <a:pt x="288048" y="104433"/>
                </a:lnTo>
                <a:cubicBezTo>
                  <a:pt x="288048" y="95723"/>
                  <a:pt x="295067" y="88701"/>
                  <a:pt x="303775" y="88701"/>
                </a:cubicBezTo>
                <a:close/>
                <a:moveTo>
                  <a:pt x="303775" y="31549"/>
                </a:moveTo>
                <a:cubicBezTo>
                  <a:pt x="153712" y="31549"/>
                  <a:pt x="31597" y="153480"/>
                  <a:pt x="31597" y="303317"/>
                </a:cubicBezTo>
                <a:cubicBezTo>
                  <a:pt x="31597" y="453153"/>
                  <a:pt x="153712" y="575084"/>
                  <a:pt x="303775" y="575084"/>
                </a:cubicBezTo>
                <a:cubicBezTo>
                  <a:pt x="453838" y="575084"/>
                  <a:pt x="575953" y="453153"/>
                  <a:pt x="575953" y="303317"/>
                </a:cubicBezTo>
                <a:cubicBezTo>
                  <a:pt x="575953" y="153480"/>
                  <a:pt x="453838" y="31549"/>
                  <a:pt x="303775" y="31549"/>
                </a:cubicBezTo>
                <a:close/>
                <a:moveTo>
                  <a:pt x="303775" y="0"/>
                </a:moveTo>
                <a:cubicBezTo>
                  <a:pt x="471283" y="0"/>
                  <a:pt x="607639" y="136061"/>
                  <a:pt x="607639" y="303317"/>
                </a:cubicBezTo>
                <a:cubicBezTo>
                  <a:pt x="607639" y="470572"/>
                  <a:pt x="471283" y="606722"/>
                  <a:pt x="303775" y="606722"/>
                </a:cubicBezTo>
                <a:cubicBezTo>
                  <a:pt x="136267" y="606722"/>
                  <a:pt x="0" y="470572"/>
                  <a:pt x="0" y="303317"/>
                </a:cubicBezTo>
                <a:cubicBezTo>
                  <a:pt x="0" y="136061"/>
                  <a:pt x="136267" y="0"/>
                  <a:pt x="303775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rgbClr val="376FFF">
              <a:shade val="50000"/>
            </a:srgbClr>
          </a:lnRef>
          <a:fillRef idx="1">
            <a:srgbClr val="376FFF"/>
          </a:fillRef>
          <a:effectRef idx="0">
            <a:srgbClr val="376FFF"/>
          </a:effectRef>
          <a:fontRef idx="minor">
            <a:srgbClr val="FFFFFF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solidFill>
                <a:srgbClr val="F84949"/>
              </a:solidFill>
              <a:cs typeface="荆南缘默体" pitchFamily="2" charset="-122"/>
            </a:endParaRPr>
          </a:p>
        </p:txBody>
      </p:sp>
      <p:sp>
        <p:nvSpPr>
          <p:cNvPr id="132" name="Oval 23"/>
          <p:cNvSpPr/>
          <p:nvPr>
            <p:custDataLst>
              <p:tags r:id="rId14"/>
            </p:custDataLst>
          </p:nvPr>
        </p:nvSpPr>
        <p:spPr>
          <a:xfrm>
            <a:off x="601980" y="5984240"/>
            <a:ext cx="258445" cy="269875"/>
          </a:xfrm>
          <a:custGeom>
            <a:avLst/>
            <a:gdLst>
              <a:gd name="connsiteX0" fmla="*/ 244584 w 510088"/>
              <a:gd name="connsiteY0" fmla="*/ 269606 h 532904"/>
              <a:gd name="connsiteX1" fmla="*/ 203537 w 510088"/>
              <a:gd name="connsiteY1" fmla="*/ 310696 h 532904"/>
              <a:gd name="connsiteX2" fmla="*/ 244584 w 510088"/>
              <a:gd name="connsiteY2" fmla="*/ 351739 h 532904"/>
              <a:gd name="connsiteX3" fmla="*/ 285679 w 510088"/>
              <a:gd name="connsiteY3" fmla="*/ 310696 h 532904"/>
              <a:gd name="connsiteX4" fmla="*/ 244584 w 510088"/>
              <a:gd name="connsiteY4" fmla="*/ 269606 h 532904"/>
              <a:gd name="connsiteX5" fmla="*/ 333059 w 510088"/>
              <a:gd name="connsiteY5" fmla="*/ 135861 h 532904"/>
              <a:gd name="connsiteX6" fmla="*/ 344868 w 510088"/>
              <a:gd name="connsiteY6" fmla="*/ 137432 h 532904"/>
              <a:gd name="connsiteX7" fmla="*/ 352059 w 510088"/>
              <a:gd name="connsiteY7" fmla="*/ 146955 h 532904"/>
              <a:gd name="connsiteX8" fmla="*/ 341059 w 510088"/>
              <a:gd name="connsiteY8" fmla="*/ 166048 h 532904"/>
              <a:gd name="connsiteX9" fmla="*/ 319773 w 510088"/>
              <a:gd name="connsiteY9" fmla="*/ 171761 h 532904"/>
              <a:gd name="connsiteX10" fmla="*/ 316964 w 510088"/>
              <a:gd name="connsiteY10" fmla="*/ 175380 h 532904"/>
              <a:gd name="connsiteX11" fmla="*/ 316964 w 510088"/>
              <a:gd name="connsiteY11" fmla="*/ 306792 h 532904"/>
              <a:gd name="connsiteX12" fmla="*/ 317059 w 510088"/>
              <a:gd name="connsiteY12" fmla="*/ 310696 h 532904"/>
              <a:gd name="connsiteX13" fmla="*/ 244536 w 510088"/>
              <a:gd name="connsiteY13" fmla="*/ 383211 h 532904"/>
              <a:gd name="connsiteX14" fmla="*/ 191585 w 510088"/>
              <a:gd name="connsiteY14" fmla="*/ 360262 h 532904"/>
              <a:gd name="connsiteX15" fmla="*/ 172157 w 510088"/>
              <a:gd name="connsiteY15" fmla="*/ 305840 h 532904"/>
              <a:gd name="connsiteX16" fmla="*/ 237441 w 510088"/>
              <a:gd name="connsiteY16" fmla="*/ 238467 h 532904"/>
              <a:gd name="connsiteX17" fmla="*/ 285774 w 510088"/>
              <a:gd name="connsiteY17" fmla="*/ 251037 h 532904"/>
              <a:gd name="connsiteX18" fmla="*/ 285774 w 510088"/>
              <a:gd name="connsiteY18" fmla="*/ 166238 h 532904"/>
              <a:gd name="connsiteX19" fmla="*/ 302869 w 510088"/>
              <a:gd name="connsiteY19" fmla="*/ 143955 h 532904"/>
              <a:gd name="connsiteX20" fmla="*/ 121141 w 510088"/>
              <a:gd name="connsiteY20" fmla="*/ 32143 h 532904"/>
              <a:gd name="connsiteX21" fmla="*/ 32095 w 510088"/>
              <a:gd name="connsiteY21" fmla="*/ 121191 h 532904"/>
              <a:gd name="connsiteX22" fmla="*/ 32095 w 510088"/>
              <a:gd name="connsiteY22" fmla="*/ 411762 h 532904"/>
              <a:gd name="connsiteX23" fmla="*/ 121141 w 510088"/>
              <a:gd name="connsiteY23" fmla="*/ 500809 h 532904"/>
              <a:gd name="connsiteX24" fmla="*/ 388995 w 510088"/>
              <a:gd name="connsiteY24" fmla="*/ 500809 h 532904"/>
              <a:gd name="connsiteX25" fmla="*/ 478041 w 510088"/>
              <a:gd name="connsiteY25" fmla="*/ 411762 h 532904"/>
              <a:gd name="connsiteX26" fmla="*/ 478041 w 510088"/>
              <a:gd name="connsiteY26" fmla="*/ 121191 h 532904"/>
              <a:gd name="connsiteX27" fmla="*/ 388995 w 510088"/>
              <a:gd name="connsiteY27" fmla="*/ 32143 h 532904"/>
              <a:gd name="connsiteX28" fmla="*/ 121141 w 510088"/>
              <a:gd name="connsiteY28" fmla="*/ 0 h 532904"/>
              <a:gd name="connsiteX29" fmla="*/ 388995 w 510088"/>
              <a:gd name="connsiteY29" fmla="*/ 0 h 532904"/>
              <a:gd name="connsiteX30" fmla="*/ 510088 w 510088"/>
              <a:gd name="connsiteY30" fmla="*/ 121191 h 532904"/>
              <a:gd name="connsiteX31" fmla="*/ 510088 w 510088"/>
              <a:gd name="connsiteY31" fmla="*/ 411762 h 532904"/>
              <a:gd name="connsiteX32" fmla="*/ 388995 w 510088"/>
              <a:gd name="connsiteY32" fmla="*/ 532904 h 532904"/>
              <a:gd name="connsiteX33" fmla="*/ 121141 w 510088"/>
              <a:gd name="connsiteY33" fmla="*/ 532904 h 532904"/>
              <a:gd name="connsiteX34" fmla="*/ 0 w 510088"/>
              <a:gd name="connsiteY34" fmla="*/ 411762 h 532904"/>
              <a:gd name="connsiteX35" fmla="*/ 0 w 510088"/>
              <a:gd name="connsiteY35" fmla="*/ 121143 h 532904"/>
              <a:gd name="connsiteX36" fmla="*/ 121141 w 510088"/>
              <a:gd name="connsiteY36" fmla="*/ 0 h 5329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510088" h="532904">
                <a:moveTo>
                  <a:pt x="244584" y="269606"/>
                </a:moveTo>
                <a:cubicBezTo>
                  <a:pt x="221965" y="269606"/>
                  <a:pt x="203537" y="288080"/>
                  <a:pt x="203537" y="310696"/>
                </a:cubicBezTo>
                <a:cubicBezTo>
                  <a:pt x="203537" y="333313"/>
                  <a:pt x="221965" y="351739"/>
                  <a:pt x="244584" y="351739"/>
                </a:cubicBezTo>
                <a:cubicBezTo>
                  <a:pt x="267203" y="351739"/>
                  <a:pt x="285679" y="333360"/>
                  <a:pt x="285679" y="310696"/>
                </a:cubicBezTo>
                <a:cubicBezTo>
                  <a:pt x="285679" y="288080"/>
                  <a:pt x="267203" y="269606"/>
                  <a:pt x="244584" y="269606"/>
                </a:cubicBezTo>
                <a:close/>
                <a:moveTo>
                  <a:pt x="333059" y="135861"/>
                </a:moveTo>
                <a:cubicBezTo>
                  <a:pt x="337011" y="134813"/>
                  <a:pt x="341249" y="135337"/>
                  <a:pt x="344868" y="137432"/>
                </a:cubicBezTo>
                <a:cubicBezTo>
                  <a:pt x="348487" y="139479"/>
                  <a:pt x="351059" y="142907"/>
                  <a:pt x="352059" y="146955"/>
                </a:cubicBezTo>
                <a:cubicBezTo>
                  <a:pt x="354344" y="155192"/>
                  <a:pt x="349392" y="163762"/>
                  <a:pt x="341059" y="166048"/>
                </a:cubicBezTo>
                <a:lnTo>
                  <a:pt x="319773" y="171761"/>
                </a:lnTo>
                <a:cubicBezTo>
                  <a:pt x="318107" y="172190"/>
                  <a:pt x="316964" y="173666"/>
                  <a:pt x="316964" y="175380"/>
                </a:cubicBezTo>
                <a:lnTo>
                  <a:pt x="316964" y="306792"/>
                </a:lnTo>
                <a:cubicBezTo>
                  <a:pt x="317011" y="307935"/>
                  <a:pt x="317059" y="309316"/>
                  <a:pt x="317059" y="310696"/>
                </a:cubicBezTo>
                <a:cubicBezTo>
                  <a:pt x="317059" y="350691"/>
                  <a:pt x="284536" y="383211"/>
                  <a:pt x="244536" y="383211"/>
                </a:cubicBezTo>
                <a:cubicBezTo>
                  <a:pt x="224584" y="383211"/>
                  <a:pt x="205299" y="374831"/>
                  <a:pt x="191585" y="360262"/>
                </a:cubicBezTo>
                <a:cubicBezTo>
                  <a:pt x="177728" y="345454"/>
                  <a:pt x="170823" y="326171"/>
                  <a:pt x="172157" y="305840"/>
                </a:cubicBezTo>
                <a:cubicBezTo>
                  <a:pt x="174442" y="270797"/>
                  <a:pt x="202489" y="241800"/>
                  <a:pt x="237441" y="238467"/>
                </a:cubicBezTo>
                <a:cubicBezTo>
                  <a:pt x="254631" y="236801"/>
                  <a:pt x="271774" y="241324"/>
                  <a:pt x="285774" y="251037"/>
                </a:cubicBezTo>
                <a:lnTo>
                  <a:pt x="285774" y="166238"/>
                </a:lnTo>
                <a:cubicBezTo>
                  <a:pt x="285774" y="155811"/>
                  <a:pt x="292821" y="146669"/>
                  <a:pt x="302869" y="143955"/>
                </a:cubicBezTo>
                <a:close/>
                <a:moveTo>
                  <a:pt x="121141" y="32143"/>
                </a:moveTo>
                <a:cubicBezTo>
                  <a:pt x="71999" y="32143"/>
                  <a:pt x="32095" y="72048"/>
                  <a:pt x="32095" y="121191"/>
                </a:cubicBezTo>
                <a:lnTo>
                  <a:pt x="32095" y="411762"/>
                </a:lnTo>
                <a:cubicBezTo>
                  <a:pt x="32095" y="460857"/>
                  <a:pt x="71999" y="500809"/>
                  <a:pt x="121141" y="500809"/>
                </a:cubicBezTo>
                <a:lnTo>
                  <a:pt x="388995" y="500809"/>
                </a:lnTo>
                <a:cubicBezTo>
                  <a:pt x="438089" y="500809"/>
                  <a:pt x="478041" y="460857"/>
                  <a:pt x="478041" y="411762"/>
                </a:cubicBezTo>
                <a:lnTo>
                  <a:pt x="478041" y="121191"/>
                </a:lnTo>
                <a:cubicBezTo>
                  <a:pt x="478041" y="72048"/>
                  <a:pt x="438089" y="32143"/>
                  <a:pt x="388995" y="32143"/>
                </a:cubicBezTo>
                <a:close/>
                <a:moveTo>
                  <a:pt x="121141" y="0"/>
                </a:moveTo>
                <a:lnTo>
                  <a:pt x="388995" y="0"/>
                </a:lnTo>
                <a:cubicBezTo>
                  <a:pt x="455756" y="0"/>
                  <a:pt x="510088" y="54334"/>
                  <a:pt x="510088" y="121191"/>
                </a:cubicBezTo>
                <a:lnTo>
                  <a:pt x="510088" y="411762"/>
                </a:lnTo>
                <a:cubicBezTo>
                  <a:pt x="510088" y="478571"/>
                  <a:pt x="455756" y="532904"/>
                  <a:pt x="388995" y="532904"/>
                </a:cubicBezTo>
                <a:lnTo>
                  <a:pt x="121141" y="532904"/>
                </a:lnTo>
                <a:cubicBezTo>
                  <a:pt x="54333" y="532904"/>
                  <a:pt x="0" y="478571"/>
                  <a:pt x="0" y="411762"/>
                </a:cubicBezTo>
                <a:lnTo>
                  <a:pt x="0" y="121143"/>
                </a:lnTo>
                <a:cubicBezTo>
                  <a:pt x="0" y="54334"/>
                  <a:pt x="54333" y="0"/>
                  <a:pt x="121141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rgbClr val="376FFF">
              <a:shade val="50000"/>
            </a:srgbClr>
          </a:lnRef>
          <a:fillRef idx="1">
            <a:srgbClr val="376FFF"/>
          </a:fillRef>
          <a:effectRef idx="0">
            <a:srgbClr val="376FFF"/>
          </a:effectRef>
          <a:fontRef idx="minor">
            <a:srgbClr val="FFFFFF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solidFill>
                <a:srgbClr val="FFFFFF"/>
              </a:solidFill>
              <a:cs typeface="荆南缘默体" pitchFamily="2" charset="-122"/>
            </a:endParaRPr>
          </a:p>
        </p:txBody>
      </p:sp>
      <p:sp>
        <p:nvSpPr>
          <p:cNvPr id="133" name="Oval 24"/>
          <p:cNvSpPr/>
          <p:nvPr>
            <p:custDataLst>
              <p:tags r:id="rId15"/>
            </p:custDataLst>
          </p:nvPr>
        </p:nvSpPr>
        <p:spPr>
          <a:xfrm>
            <a:off x="3181985" y="5984240"/>
            <a:ext cx="258445" cy="269875"/>
          </a:xfrm>
          <a:custGeom>
            <a:avLst/>
            <a:gdLst>
              <a:gd name="connsiteX0" fmla="*/ 219264 w 510386"/>
              <a:gd name="connsiteY0" fmla="*/ 200090 h 532805"/>
              <a:gd name="connsiteX1" fmla="*/ 219264 w 510386"/>
              <a:gd name="connsiteY1" fmla="*/ 332743 h 532805"/>
              <a:gd name="connsiteX2" fmla="*/ 323819 w 510386"/>
              <a:gd name="connsiteY2" fmla="*/ 266393 h 532805"/>
              <a:gd name="connsiteX3" fmla="*/ 219973 w 510386"/>
              <a:gd name="connsiteY3" fmla="*/ 168177 h 532805"/>
              <a:gd name="connsiteX4" fmla="*/ 235793 w 510386"/>
              <a:gd name="connsiteY4" fmla="*/ 173035 h 532805"/>
              <a:gd name="connsiteX5" fmla="*/ 341157 w 510386"/>
              <a:gd name="connsiteY5" fmla="*/ 239910 h 532805"/>
              <a:gd name="connsiteX6" fmla="*/ 355733 w 510386"/>
              <a:gd name="connsiteY6" fmla="*/ 266345 h 532805"/>
              <a:gd name="connsiteX7" fmla="*/ 341205 w 510386"/>
              <a:gd name="connsiteY7" fmla="*/ 292828 h 532805"/>
              <a:gd name="connsiteX8" fmla="*/ 235745 w 510386"/>
              <a:gd name="connsiteY8" fmla="*/ 359703 h 532805"/>
              <a:gd name="connsiteX9" fmla="*/ 218978 w 510386"/>
              <a:gd name="connsiteY9" fmla="*/ 364561 h 532805"/>
              <a:gd name="connsiteX10" fmla="*/ 203831 w 510386"/>
              <a:gd name="connsiteY10" fmla="*/ 360703 h 532805"/>
              <a:gd name="connsiteX11" fmla="*/ 187588 w 510386"/>
              <a:gd name="connsiteY11" fmla="*/ 333267 h 532805"/>
              <a:gd name="connsiteX12" fmla="*/ 187588 w 510386"/>
              <a:gd name="connsiteY12" fmla="*/ 199471 h 532805"/>
              <a:gd name="connsiteX13" fmla="*/ 203831 w 510386"/>
              <a:gd name="connsiteY13" fmla="*/ 172035 h 532805"/>
              <a:gd name="connsiteX14" fmla="*/ 219973 w 510386"/>
              <a:gd name="connsiteY14" fmla="*/ 168177 h 532805"/>
              <a:gd name="connsiteX15" fmla="*/ 123287 w 510386"/>
              <a:gd name="connsiteY15" fmla="*/ 39523 h 532805"/>
              <a:gd name="connsiteX16" fmla="*/ 39524 w 510386"/>
              <a:gd name="connsiteY16" fmla="*/ 123284 h 532805"/>
              <a:gd name="connsiteX17" fmla="*/ 39524 w 510386"/>
              <a:gd name="connsiteY17" fmla="*/ 409473 h 532805"/>
              <a:gd name="connsiteX18" fmla="*/ 123287 w 510386"/>
              <a:gd name="connsiteY18" fmla="*/ 493234 h 532805"/>
              <a:gd name="connsiteX19" fmla="*/ 387099 w 510386"/>
              <a:gd name="connsiteY19" fmla="*/ 493234 h 532805"/>
              <a:gd name="connsiteX20" fmla="*/ 470862 w 510386"/>
              <a:gd name="connsiteY20" fmla="*/ 409473 h 532805"/>
              <a:gd name="connsiteX21" fmla="*/ 470862 w 510386"/>
              <a:gd name="connsiteY21" fmla="*/ 123284 h 532805"/>
              <a:gd name="connsiteX22" fmla="*/ 387099 w 510386"/>
              <a:gd name="connsiteY22" fmla="*/ 39523 h 532805"/>
              <a:gd name="connsiteX23" fmla="*/ 123287 w 510386"/>
              <a:gd name="connsiteY23" fmla="*/ 0 h 532805"/>
              <a:gd name="connsiteX24" fmla="*/ 387099 w 510386"/>
              <a:gd name="connsiteY24" fmla="*/ 0 h 532805"/>
              <a:gd name="connsiteX25" fmla="*/ 510386 w 510386"/>
              <a:gd name="connsiteY25" fmla="*/ 123284 h 532805"/>
              <a:gd name="connsiteX26" fmla="*/ 510386 w 510386"/>
              <a:gd name="connsiteY26" fmla="*/ 409521 h 532805"/>
              <a:gd name="connsiteX27" fmla="*/ 387099 w 510386"/>
              <a:gd name="connsiteY27" fmla="*/ 532805 h 532805"/>
              <a:gd name="connsiteX28" fmla="*/ 123287 w 510386"/>
              <a:gd name="connsiteY28" fmla="*/ 532805 h 532805"/>
              <a:gd name="connsiteX29" fmla="*/ 0 w 510386"/>
              <a:gd name="connsiteY29" fmla="*/ 409521 h 532805"/>
              <a:gd name="connsiteX30" fmla="*/ 0 w 510386"/>
              <a:gd name="connsiteY30" fmla="*/ 123284 h 532805"/>
              <a:gd name="connsiteX31" fmla="*/ 123287 w 510386"/>
              <a:gd name="connsiteY31" fmla="*/ 0 h 5328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510386" h="532805">
                <a:moveTo>
                  <a:pt x="219264" y="200090"/>
                </a:moveTo>
                <a:lnTo>
                  <a:pt x="219264" y="332743"/>
                </a:lnTo>
                <a:lnTo>
                  <a:pt x="323819" y="266393"/>
                </a:lnTo>
                <a:close/>
                <a:moveTo>
                  <a:pt x="219973" y="168177"/>
                </a:moveTo>
                <a:cubicBezTo>
                  <a:pt x="225492" y="168344"/>
                  <a:pt x="230958" y="169963"/>
                  <a:pt x="235793" y="173035"/>
                </a:cubicBezTo>
                <a:lnTo>
                  <a:pt x="341157" y="239910"/>
                </a:lnTo>
                <a:cubicBezTo>
                  <a:pt x="350255" y="245721"/>
                  <a:pt x="355733" y="255628"/>
                  <a:pt x="355733" y="266345"/>
                </a:cubicBezTo>
                <a:cubicBezTo>
                  <a:pt x="355733" y="277158"/>
                  <a:pt x="350303" y="287065"/>
                  <a:pt x="341205" y="292828"/>
                </a:cubicBezTo>
                <a:lnTo>
                  <a:pt x="235745" y="359703"/>
                </a:lnTo>
                <a:cubicBezTo>
                  <a:pt x="230649" y="362989"/>
                  <a:pt x="224790" y="364561"/>
                  <a:pt x="218978" y="364561"/>
                </a:cubicBezTo>
                <a:cubicBezTo>
                  <a:pt x="213739" y="364561"/>
                  <a:pt x="208547" y="363323"/>
                  <a:pt x="203831" y="360703"/>
                </a:cubicBezTo>
                <a:cubicBezTo>
                  <a:pt x="193828" y="355225"/>
                  <a:pt x="187588" y="344699"/>
                  <a:pt x="187588" y="333267"/>
                </a:cubicBezTo>
                <a:lnTo>
                  <a:pt x="187588" y="199471"/>
                </a:lnTo>
                <a:cubicBezTo>
                  <a:pt x="187588" y="188039"/>
                  <a:pt x="193828" y="177560"/>
                  <a:pt x="203831" y="172035"/>
                </a:cubicBezTo>
                <a:cubicBezTo>
                  <a:pt x="208880" y="169296"/>
                  <a:pt x="214453" y="168010"/>
                  <a:pt x="219973" y="168177"/>
                </a:cubicBezTo>
                <a:close/>
                <a:moveTo>
                  <a:pt x="123287" y="39523"/>
                </a:moveTo>
                <a:cubicBezTo>
                  <a:pt x="77096" y="39523"/>
                  <a:pt x="39524" y="77094"/>
                  <a:pt x="39524" y="123284"/>
                </a:cubicBezTo>
                <a:lnTo>
                  <a:pt x="39524" y="409473"/>
                </a:lnTo>
                <a:cubicBezTo>
                  <a:pt x="39524" y="455663"/>
                  <a:pt x="77096" y="493234"/>
                  <a:pt x="123287" y="493234"/>
                </a:cubicBezTo>
                <a:lnTo>
                  <a:pt x="387099" y="493234"/>
                </a:lnTo>
                <a:cubicBezTo>
                  <a:pt x="433290" y="493234"/>
                  <a:pt x="470862" y="455663"/>
                  <a:pt x="470862" y="409473"/>
                </a:cubicBezTo>
                <a:lnTo>
                  <a:pt x="470862" y="123284"/>
                </a:lnTo>
                <a:cubicBezTo>
                  <a:pt x="470862" y="77094"/>
                  <a:pt x="433290" y="39523"/>
                  <a:pt x="387099" y="39523"/>
                </a:cubicBezTo>
                <a:close/>
                <a:moveTo>
                  <a:pt x="123287" y="0"/>
                </a:moveTo>
                <a:lnTo>
                  <a:pt x="387099" y="0"/>
                </a:lnTo>
                <a:cubicBezTo>
                  <a:pt x="455100" y="0"/>
                  <a:pt x="510386" y="55333"/>
                  <a:pt x="510386" y="123284"/>
                </a:cubicBezTo>
                <a:lnTo>
                  <a:pt x="510386" y="409521"/>
                </a:lnTo>
                <a:cubicBezTo>
                  <a:pt x="510386" y="477520"/>
                  <a:pt x="455100" y="532805"/>
                  <a:pt x="387099" y="532805"/>
                </a:cubicBezTo>
                <a:lnTo>
                  <a:pt x="123287" y="532805"/>
                </a:lnTo>
                <a:cubicBezTo>
                  <a:pt x="55334" y="532805"/>
                  <a:pt x="0" y="477520"/>
                  <a:pt x="0" y="409521"/>
                </a:cubicBezTo>
                <a:lnTo>
                  <a:pt x="0" y="123284"/>
                </a:lnTo>
                <a:cubicBezTo>
                  <a:pt x="0" y="55333"/>
                  <a:pt x="55334" y="0"/>
                  <a:pt x="123287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rgbClr val="376FFF">
              <a:shade val="50000"/>
            </a:srgbClr>
          </a:lnRef>
          <a:fillRef idx="1">
            <a:srgbClr val="376FFF"/>
          </a:fillRef>
          <a:effectRef idx="0">
            <a:srgbClr val="376FFF"/>
          </a:effectRef>
          <a:fontRef idx="minor">
            <a:srgbClr val="FFFFFF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solidFill>
                <a:srgbClr val="FFFFFF"/>
              </a:solidFill>
              <a:cs typeface="荆南缘默体" pitchFamily="2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AD2218-D929-41A1-9A96-21586A0BD13D}" type="slidenum">
              <a:rPr lang="zh-CN" altLang="en-US" smtClean="0"/>
            </a:fld>
            <a:endParaRPr lang="zh-CN" altLang="en-US"/>
          </a:p>
        </p:txBody>
      </p:sp>
      <p:sp>
        <p:nvSpPr>
          <p:cNvPr id="100" name="文本框 99"/>
          <p:cNvSpPr txBox="1"/>
          <p:nvPr/>
        </p:nvSpPr>
        <p:spPr>
          <a:xfrm>
            <a:off x="0" y="3266613"/>
            <a:ext cx="6431973" cy="258445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355600"/>
            <a:endParaRPr lang="zh-CN" b="0" dirty="0">
              <a:ea typeface="楷体" panose="02010609060101010101" charset="-122"/>
            </a:endParaRPr>
          </a:p>
          <a:p>
            <a:pPr indent="355600"/>
            <a:r>
              <a:rPr lang="zh-CN" b="0" dirty="0">
                <a:ea typeface="楷体" panose="02010609060101010101" charset="-122"/>
              </a:rPr>
              <a:t>本项目的核心是开发一个在线会议管理系统，以解决现有会议组织过程中的效率低下和信息管理混乱的问题。具体任务包括开发一个在线会议注册系统，允许参会者在线填写和更新注册信息，自动记录和更新参会者数据，以提高注册效率并减少人工错误。此外，还将构建一个整合通知、新闻发布和资料管理的Web平台，提供分类和搜索功能，方便成员查阅和回顾会议信息。项目还将增加在线回放功能，允许会员单位成员随时查看和学习经授权的优秀会议报告，并提供会议直播功能。</a:t>
            </a:r>
            <a:endParaRPr lang="zh-CN" b="0" dirty="0">
              <a:ea typeface="楷体" panose="02010609060101010101" charset="-122"/>
            </a:endParaRPr>
          </a:p>
        </p:txBody>
      </p:sp>
      <p:pic>
        <p:nvPicPr>
          <p:cNvPr id="6" name="图片 5"/>
          <p:cNvPicPr/>
          <p:nvPr/>
        </p:nvPicPr>
        <p:blipFill>
          <a:blip r:embed="rId16"/>
          <a:stretch>
            <a:fillRect/>
          </a:stretch>
        </p:blipFill>
        <p:spPr>
          <a:xfrm>
            <a:off x="6944360" y="2051050"/>
            <a:ext cx="4970145" cy="3408045"/>
          </a:xfrm>
          <a:prstGeom prst="rect">
            <a:avLst/>
          </a:prstGeom>
          <a:noFill/>
          <a:ln w="9525">
            <a:noFill/>
          </a:ln>
        </p:spPr>
      </p:pic>
    </p:spTree>
    <p:custDataLst>
      <p:tags r:id="rId17"/>
    </p:custData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-1"/>
            <a:ext cx="12192000" cy="4102101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pic>
        <p:nvPicPr>
          <p:cNvPr id="13" name="图片占位符 12"/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1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18084" b="18087"/>
          <a:stretch>
            <a:fillRect/>
          </a:stretch>
        </p:blipFill>
        <p:spPr>
          <a:xfrm>
            <a:off x="531495" y="660717"/>
            <a:ext cx="11049000" cy="5641976"/>
          </a:xfrm>
          <a:prstGeom prst="roundRect">
            <a:avLst>
              <a:gd name="adj" fmla="val 3701"/>
            </a:avLst>
          </a:prstGeom>
          <a:effectLst>
            <a:softEdge rad="0"/>
          </a:effectLst>
        </p:spPr>
      </p:pic>
      <p:sp>
        <p:nvSpPr>
          <p:cNvPr id="5" name="矩形: 圆角 1"/>
          <p:cNvSpPr/>
          <p:nvPr/>
        </p:nvSpPr>
        <p:spPr>
          <a:xfrm>
            <a:off x="531495" y="660717"/>
            <a:ext cx="11049000" cy="5641976"/>
          </a:xfrm>
          <a:prstGeom prst="roundRect">
            <a:avLst>
              <a:gd name="adj" fmla="val 3422"/>
            </a:avLst>
          </a:prstGeom>
          <a:gradFill>
            <a:gsLst>
              <a:gs pos="0">
                <a:srgbClr val="FFFFFF"/>
              </a:gs>
              <a:gs pos="37000">
                <a:srgbClr val="FFFFFF">
                  <a:alpha val="77000"/>
                </a:srgbClr>
              </a:gs>
              <a:gs pos="70000">
                <a:srgbClr val="FFFFFF">
                  <a:alpha val="43000"/>
                </a:srgbClr>
              </a:gs>
              <a:gs pos="99000">
                <a:srgbClr val="FFFFFF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9" name="椭圆 8"/>
          <p:cNvSpPr/>
          <p:nvPr/>
        </p:nvSpPr>
        <p:spPr>
          <a:xfrm>
            <a:off x="1816100" y="1841500"/>
            <a:ext cx="3175000" cy="3175000"/>
          </a:xfrm>
          <a:prstGeom prst="ellipse">
            <a:avLst/>
          </a:prstGeom>
          <a:solidFill>
            <a:srgbClr val="002060"/>
          </a:solidFill>
          <a:ln>
            <a:noFill/>
          </a:ln>
          <a:effectLst>
            <a:outerShdw blurRad="406400" sx="102000" sy="102000" algn="ctr" rotWithShape="0">
              <a:prstClr val="black">
                <a:alpha val="26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ea"/>
              <a:sym typeface="+mn-lt"/>
            </a:endParaRPr>
          </a:p>
        </p:txBody>
      </p:sp>
      <p:cxnSp>
        <p:nvCxnSpPr>
          <p:cNvPr id="12" name="直接连接符 11"/>
          <p:cNvCxnSpPr/>
          <p:nvPr/>
        </p:nvCxnSpPr>
        <p:spPr>
          <a:xfrm flipH="1">
            <a:off x="3594100" y="1079500"/>
            <a:ext cx="620714" cy="620713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/>
          <p:cNvCxnSpPr/>
          <p:nvPr/>
        </p:nvCxnSpPr>
        <p:spPr>
          <a:xfrm flipH="1">
            <a:off x="3984627" y="1496219"/>
            <a:ext cx="230186" cy="230187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/>
        </p:nvCxnSpPr>
        <p:spPr>
          <a:xfrm flipH="1">
            <a:off x="3079750" y="5133974"/>
            <a:ext cx="620714" cy="620713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/>
          <p:cNvCxnSpPr/>
          <p:nvPr/>
        </p:nvCxnSpPr>
        <p:spPr>
          <a:xfrm flipH="1">
            <a:off x="3003550" y="5145087"/>
            <a:ext cx="230186" cy="230187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" name="组合 17"/>
          <p:cNvGrpSpPr/>
          <p:nvPr>
            <p:custDataLst>
              <p:tags r:id="rId3"/>
            </p:custDataLst>
          </p:nvPr>
        </p:nvGrpSpPr>
        <p:grpSpPr>
          <a:xfrm>
            <a:off x="5662194" y="1825927"/>
            <a:ext cx="4343451" cy="652561"/>
            <a:chOff x="3797607" y="424476"/>
            <a:chExt cx="5999415" cy="652561"/>
          </a:xfrm>
        </p:grpSpPr>
        <p:sp>
          <p:nvSpPr>
            <p:cNvPr id="19" name="文本框 18"/>
            <p:cNvSpPr txBox="1"/>
            <p:nvPr>
              <p:custDataLst>
                <p:tags r:id="rId4"/>
              </p:custDataLst>
            </p:nvPr>
          </p:nvSpPr>
          <p:spPr>
            <a:xfrm>
              <a:off x="3797607" y="424476"/>
              <a:ext cx="5999415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800" b="1" u="none" strike="noStrike" kern="1200" cap="none" spc="0" normalizeH="0" baseline="0" noProof="0" dirty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ea"/>
                  <a:sym typeface="+mn-lt"/>
                </a:rPr>
                <a:t>一、需求分析与研究现状</a:t>
              </a:r>
              <a:endParaRPr kumimoji="0" lang="zh-CN" altLang="en-US" sz="2800" b="1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  <p:sp>
          <p:nvSpPr>
            <p:cNvPr id="20" name="文本框 19"/>
            <p:cNvSpPr txBox="1"/>
            <p:nvPr>
              <p:custDataLst>
                <p:tags r:id="rId5"/>
              </p:custDataLst>
            </p:nvPr>
          </p:nvSpPr>
          <p:spPr>
            <a:xfrm>
              <a:off x="4828511" y="802282"/>
              <a:ext cx="4137172" cy="274755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14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100" b="0" u="none" strike="noStrike" kern="1200" cap="none" spc="0" normalizeH="0" baseline="0" noProof="0" dirty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ea"/>
                  <a:sym typeface="+mn-lt"/>
                </a:rPr>
                <a:t>Demand analysis and </a:t>
              </a:r>
              <a:r>
                <a:rPr lang="en-US" altLang="zh-CN" sz="1100" dirty="0">
                  <a:solidFill>
                    <a:srgbClr val="000000">
                      <a:lumMod val="75000"/>
                      <a:lumOff val="25000"/>
                    </a:srgbClr>
                  </a:solidFill>
                  <a:latin typeface="等线" panose="02010600030101010101" charset="-122"/>
                  <a:ea typeface="等线" panose="02010600030101010101" charset="-122"/>
                  <a:cs typeface="+mn-ea"/>
                  <a:sym typeface="+mn-lt"/>
                </a:rPr>
                <a:t>r</a:t>
              </a:r>
              <a:r>
                <a:rPr kumimoji="0" lang="en-US" altLang="zh-CN" sz="1100" b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ea"/>
                  <a:sym typeface="+mn-lt"/>
                </a:rPr>
                <a:t>esearch</a:t>
              </a:r>
              <a:r>
                <a:rPr kumimoji="0" lang="en-US" altLang="zh-CN" sz="1100" b="0" u="none" strike="noStrike" kern="1200" cap="none" spc="0" normalizeH="0" baseline="0" noProof="0" dirty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ea"/>
                  <a:sym typeface="+mn-lt"/>
                </a:rPr>
                <a:t> status</a:t>
              </a:r>
              <a:endParaRPr kumimoji="0" lang="en-US" altLang="zh-CN" sz="1100" b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</p:grpSp>
      <p:grpSp>
        <p:nvGrpSpPr>
          <p:cNvPr id="21" name="组合 20"/>
          <p:cNvGrpSpPr/>
          <p:nvPr>
            <p:custDataLst>
              <p:tags r:id="rId6"/>
            </p:custDataLst>
          </p:nvPr>
        </p:nvGrpSpPr>
        <p:grpSpPr>
          <a:xfrm>
            <a:off x="5662195" y="2810170"/>
            <a:ext cx="4150020" cy="652561"/>
            <a:chOff x="3797608" y="424476"/>
            <a:chExt cx="5732237" cy="652561"/>
          </a:xfrm>
        </p:grpSpPr>
        <p:sp>
          <p:nvSpPr>
            <p:cNvPr id="22" name="文本框 21"/>
            <p:cNvSpPr txBox="1"/>
            <p:nvPr>
              <p:custDataLst>
                <p:tags r:id="rId7"/>
              </p:custDataLst>
            </p:nvPr>
          </p:nvSpPr>
          <p:spPr>
            <a:xfrm>
              <a:off x="3797608" y="424476"/>
              <a:ext cx="5732237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800" b="1" u="none" strike="noStrike" kern="1200" cap="none" spc="0" normalizeH="0" baseline="0" noProof="0" dirty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ea"/>
                  <a:sym typeface="+mn-lt"/>
                </a:rPr>
                <a:t>二、系统设计</a:t>
              </a:r>
              <a:endParaRPr kumimoji="0" lang="zh-CN" altLang="en-US" sz="2800" b="1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  <p:sp>
          <p:nvSpPr>
            <p:cNvPr id="23" name="文本框 22"/>
            <p:cNvSpPr txBox="1"/>
            <p:nvPr>
              <p:custDataLst>
                <p:tags r:id="rId8"/>
              </p:custDataLst>
            </p:nvPr>
          </p:nvSpPr>
          <p:spPr>
            <a:xfrm>
              <a:off x="4828511" y="802282"/>
              <a:ext cx="3807890" cy="274755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14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altLang="zh-CN" sz="1100" noProof="0" dirty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ea"/>
                  <a:sym typeface="+mn-lt"/>
                </a:rPr>
                <a:t>System design</a:t>
              </a:r>
              <a:endParaRPr kumimoji="0" lang="en-US" altLang="zh-CN" sz="1100" b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</p:grpSp>
      <p:grpSp>
        <p:nvGrpSpPr>
          <p:cNvPr id="24" name="组合 23"/>
          <p:cNvGrpSpPr/>
          <p:nvPr>
            <p:custDataLst>
              <p:tags r:id="rId9"/>
            </p:custDataLst>
          </p:nvPr>
        </p:nvGrpSpPr>
        <p:grpSpPr>
          <a:xfrm>
            <a:off x="5662195" y="3743989"/>
            <a:ext cx="4266834" cy="652561"/>
            <a:chOff x="3797608" y="424476"/>
            <a:chExt cx="5893588" cy="652561"/>
          </a:xfrm>
        </p:grpSpPr>
        <p:sp>
          <p:nvSpPr>
            <p:cNvPr id="25" name="文本框 24"/>
            <p:cNvSpPr txBox="1"/>
            <p:nvPr>
              <p:custDataLst>
                <p:tags r:id="rId10"/>
              </p:custDataLst>
            </p:nvPr>
          </p:nvSpPr>
          <p:spPr>
            <a:xfrm>
              <a:off x="3797608" y="424476"/>
              <a:ext cx="5893588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800" b="1" u="none" strike="noStrike" kern="1200" cap="none" spc="0" normalizeH="0" baseline="0" noProof="0" dirty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ea"/>
                  <a:sym typeface="+mn-lt"/>
                </a:rPr>
                <a:t>三、</a:t>
              </a:r>
              <a:r>
                <a:rPr lang="zh-CN" altLang="en-US" sz="2800" b="1" dirty="0">
                  <a:solidFill>
                    <a:srgbClr val="000000">
                      <a:lumMod val="75000"/>
                      <a:lumOff val="25000"/>
                    </a:srgbClr>
                  </a:solidFill>
                  <a:latin typeface="等线" panose="02010600030101010101" charset="-122"/>
                  <a:ea typeface="等线" panose="02010600030101010101" charset="-122"/>
                  <a:cs typeface="+mn-ea"/>
                  <a:sym typeface="+mn-lt"/>
                </a:rPr>
                <a:t>系统实现</a:t>
              </a:r>
              <a:endParaRPr kumimoji="0" lang="zh-CN" altLang="en-US" sz="2800" b="1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  <p:sp>
          <p:nvSpPr>
            <p:cNvPr id="26" name="文本框 25"/>
            <p:cNvSpPr txBox="1"/>
            <p:nvPr>
              <p:custDataLst>
                <p:tags r:id="rId11"/>
              </p:custDataLst>
            </p:nvPr>
          </p:nvSpPr>
          <p:spPr>
            <a:xfrm>
              <a:off x="4828511" y="802282"/>
              <a:ext cx="3807891" cy="274755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14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100" b="0" u="none" strike="noStrike" kern="1200" cap="none" spc="0" normalizeH="0" baseline="0" noProof="0" dirty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ea"/>
                  <a:sym typeface="+mn-lt"/>
                </a:rPr>
                <a:t>System implementation</a:t>
              </a:r>
              <a:endParaRPr kumimoji="0" lang="en-US" altLang="zh-CN" sz="1100" b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</p:grpSp>
      <p:grpSp>
        <p:nvGrpSpPr>
          <p:cNvPr id="27" name="组合 26"/>
          <p:cNvGrpSpPr/>
          <p:nvPr>
            <p:custDataLst>
              <p:tags r:id="rId12"/>
            </p:custDataLst>
          </p:nvPr>
        </p:nvGrpSpPr>
        <p:grpSpPr>
          <a:xfrm>
            <a:off x="5662194" y="4610754"/>
            <a:ext cx="4431958" cy="641799"/>
            <a:chOff x="3821148" y="435238"/>
            <a:chExt cx="6969082" cy="641799"/>
          </a:xfrm>
        </p:grpSpPr>
        <p:sp>
          <p:nvSpPr>
            <p:cNvPr id="28" name="文本框 27"/>
            <p:cNvSpPr txBox="1"/>
            <p:nvPr>
              <p:custDataLst>
                <p:tags r:id="rId13"/>
              </p:custDataLst>
            </p:nvPr>
          </p:nvSpPr>
          <p:spPr>
            <a:xfrm>
              <a:off x="3821148" y="435238"/>
              <a:ext cx="696908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800" b="1" u="none" strike="noStrike" kern="1200" cap="none" spc="0" normalizeH="0" baseline="0" noProof="0" dirty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ea"/>
                  <a:sym typeface="+mn-lt"/>
                </a:rPr>
                <a:t>四、研究成果</a:t>
              </a:r>
              <a:endParaRPr kumimoji="0" lang="zh-CN" altLang="en-US" sz="2800" b="1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  <p:sp>
          <p:nvSpPr>
            <p:cNvPr id="29" name="文本框 28"/>
            <p:cNvSpPr txBox="1"/>
            <p:nvPr>
              <p:custDataLst>
                <p:tags r:id="rId14"/>
              </p:custDataLst>
            </p:nvPr>
          </p:nvSpPr>
          <p:spPr>
            <a:xfrm>
              <a:off x="4985041" y="802282"/>
              <a:ext cx="4344731" cy="274755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14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100" b="0" u="none" strike="noStrike" kern="1200" cap="none" spc="0" normalizeH="0" baseline="0" noProof="0" dirty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ea"/>
                  <a:sym typeface="+mn-lt"/>
                </a:rPr>
                <a:t>Research results </a:t>
              </a:r>
              <a:endParaRPr kumimoji="0" lang="en-US" altLang="zh-CN" sz="1100" b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</p:grpSp>
      <p:sp>
        <p:nvSpPr>
          <p:cNvPr id="30" name="文本框 29"/>
          <p:cNvSpPr txBox="1"/>
          <p:nvPr/>
        </p:nvSpPr>
        <p:spPr>
          <a:xfrm>
            <a:off x="1917700" y="3434478"/>
            <a:ext cx="2895600" cy="646331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0" i="1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rPr>
              <a:t>CONTENT</a:t>
            </a:r>
            <a:endParaRPr kumimoji="0" lang="zh-CN" altLang="en-US" sz="3600" b="0" i="1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ea"/>
              <a:sym typeface="+mn-lt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1917700" y="2788147"/>
            <a:ext cx="2895600" cy="707886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rPr>
              <a:t>目 录</a:t>
            </a:r>
            <a:endParaRPr kumimoji="0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ea"/>
              <a:sym typeface="+mn-lt"/>
            </a:endParaRPr>
          </a:p>
        </p:txBody>
      </p:sp>
    </p:spTree>
  </p:cSld>
  <p:clrMapOvr>
    <a:masterClrMapping/>
  </p:clrMapOvr>
  <p:transition>
    <p:pull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矩形 25"/>
          <p:cNvSpPr/>
          <p:nvPr/>
        </p:nvSpPr>
        <p:spPr>
          <a:xfrm>
            <a:off x="0" y="-1"/>
            <a:ext cx="12192000" cy="4102101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pic>
        <p:nvPicPr>
          <p:cNvPr id="27" name="图片占位符 12"/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1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18084" b="18087"/>
          <a:stretch>
            <a:fillRect/>
          </a:stretch>
        </p:blipFill>
        <p:spPr>
          <a:xfrm>
            <a:off x="531495" y="660717"/>
            <a:ext cx="11049000" cy="5641976"/>
          </a:xfrm>
          <a:prstGeom prst="roundRect">
            <a:avLst>
              <a:gd name="adj" fmla="val 3701"/>
            </a:avLst>
          </a:prstGeom>
          <a:effectLst>
            <a:softEdge rad="0"/>
          </a:effectLst>
        </p:spPr>
      </p:pic>
      <p:sp>
        <p:nvSpPr>
          <p:cNvPr id="28" name="矩形: 圆角 1"/>
          <p:cNvSpPr/>
          <p:nvPr/>
        </p:nvSpPr>
        <p:spPr>
          <a:xfrm>
            <a:off x="531495" y="660717"/>
            <a:ext cx="11049000" cy="5641976"/>
          </a:xfrm>
          <a:prstGeom prst="roundRect">
            <a:avLst>
              <a:gd name="adj" fmla="val 3422"/>
            </a:avLst>
          </a:prstGeom>
          <a:gradFill>
            <a:gsLst>
              <a:gs pos="0">
                <a:srgbClr val="FFFFFF"/>
              </a:gs>
              <a:gs pos="37000">
                <a:srgbClr val="FFFFFF">
                  <a:alpha val="77000"/>
                </a:srgbClr>
              </a:gs>
              <a:gs pos="70000">
                <a:srgbClr val="FFFFFF">
                  <a:alpha val="43000"/>
                </a:srgbClr>
              </a:gs>
              <a:gs pos="99000">
                <a:srgbClr val="FFFFFF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29" name="椭圆 28"/>
          <p:cNvSpPr/>
          <p:nvPr/>
        </p:nvSpPr>
        <p:spPr>
          <a:xfrm>
            <a:off x="1816100" y="1841500"/>
            <a:ext cx="3175000" cy="3175000"/>
          </a:xfrm>
          <a:prstGeom prst="ellipse">
            <a:avLst/>
          </a:prstGeom>
          <a:solidFill>
            <a:srgbClr val="002060"/>
          </a:solidFill>
          <a:ln>
            <a:noFill/>
          </a:ln>
          <a:effectLst>
            <a:outerShdw blurRad="406400" sx="102000" sy="102000" algn="ctr" rotWithShape="0">
              <a:prstClr val="black">
                <a:alpha val="26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ea"/>
              <a:sym typeface="+mn-lt"/>
            </a:endParaRPr>
          </a:p>
        </p:txBody>
      </p:sp>
      <p:cxnSp>
        <p:nvCxnSpPr>
          <p:cNvPr id="30" name="直接连接符 29"/>
          <p:cNvCxnSpPr/>
          <p:nvPr/>
        </p:nvCxnSpPr>
        <p:spPr>
          <a:xfrm flipH="1">
            <a:off x="3594100" y="1079500"/>
            <a:ext cx="620714" cy="620713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连接符 30"/>
          <p:cNvCxnSpPr/>
          <p:nvPr/>
        </p:nvCxnSpPr>
        <p:spPr>
          <a:xfrm flipH="1">
            <a:off x="3984627" y="1496219"/>
            <a:ext cx="230186" cy="230187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连接符 31"/>
          <p:cNvCxnSpPr/>
          <p:nvPr/>
        </p:nvCxnSpPr>
        <p:spPr>
          <a:xfrm flipH="1">
            <a:off x="3079750" y="5133974"/>
            <a:ext cx="620714" cy="620713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连接符 32"/>
          <p:cNvCxnSpPr/>
          <p:nvPr/>
        </p:nvCxnSpPr>
        <p:spPr>
          <a:xfrm flipH="1">
            <a:off x="3003550" y="5145087"/>
            <a:ext cx="230186" cy="230187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4" name="组合 33"/>
          <p:cNvGrpSpPr/>
          <p:nvPr>
            <p:custDataLst>
              <p:tags r:id="rId3"/>
            </p:custDataLst>
          </p:nvPr>
        </p:nvGrpSpPr>
        <p:grpSpPr>
          <a:xfrm>
            <a:off x="5662194" y="2881105"/>
            <a:ext cx="4343451" cy="1130036"/>
            <a:chOff x="3797607" y="1479654"/>
            <a:chExt cx="5999415" cy="1130036"/>
          </a:xfrm>
        </p:grpSpPr>
        <p:sp>
          <p:nvSpPr>
            <p:cNvPr id="35" name="文本框 34"/>
            <p:cNvSpPr txBox="1"/>
            <p:nvPr>
              <p:custDataLst>
                <p:tags r:id="rId4"/>
              </p:custDataLst>
            </p:nvPr>
          </p:nvSpPr>
          <p:spPr>
            <a:xfrm>
              <a:off x="3797607" y="1479654"/>
              <a:ext cx="599941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3600" b="1" u="none" strike="noStrike" kern="1200" cap="none" spc="0" normalizeH="0" baseline="0" noProof="0" dirty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ea"/>
                  <a:sym typeface="+mn-lt"/>
                </a:rPr>
                <a:t>需求分析</a:t>
              </a:r>
              <a:r>
                <a:rPr lang="zh-CN" altLang="en-US" sz="3600" b="1" dirty="0">
                  <a:solidFill>
                    <a:srgbClr val="000000">
                      <a:lumMod val="75000"/>
                      <a:lumOff val="25000"/>
                    </a:srgbClr>
                  </a:solidFill>
                  <a:latin typeface="等线" panose="02010600030101010101" charset="-122"/>
                  <a:ea typeface="等线" panose="02010600030101010101" charset="-122"/>
                  <a:cs typeface="+mn-ea"/>
                  <a:sym typeface="+mn-lt"/>
                </a:rPr>
                <a:t>与</a:t>
              </a:r>
              <a:r>
                <a:rPr kumimoji="0" lang="zh-CN" altLang="en-US" sz="3600" b="1" u="none" strike="noStrike" kern="1200" cap="none" spc="0" normalizeH="0" baseline="0" noProof="0" dirty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ea"/>
                  <a:sym typeface="+mn-lt"/>
                </a:rPr>
                <a:t>研究现状</a:t>
              </a:r>
              <a:endParaRPr kumimoji="0" lang="zh-CN" altLang="en-US" sz="3600" b="1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  <p:sp>
          <p:nvSpPr>
            <p:cNvPr id="36" name="文本框 35"/>
            <p:cNvSpPr txBox="1"/>
            <p:nvPr>
              <p:custDataLst>
                <p:tags r:id="rId5"/>
              </p:custDataLst>
            </p:nvPr>
          </p:nvSpPr>
          <p:spPr>
            <a:xfrm>
              <a:off x="3854368" y="2218814"/>
              <a:ext cx="5757176" cy="390876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14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b="1" u="none" strike="noStrike" kern="1200" cap="none" spc="0" normalizeH="0" baseline="0" noProof="0" dirty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ea"/>
                  <a:sym typeface="+mn-lt"/>
                </a:rPr>
                <a:t>Demand analysis and </a:t>
              </a:r>
              <a:r>
                <a:rPr lang="en-US" altLang="zh-CN" b="1" dirty="0">
                  <a:solidFill>
                    <a:srgbClr val="000000">
                      <a:lumMod val="75000"/>
                      <a:lumOff val="25000"/>
                    </a:srgbClr>
                  </a:solidFill>
                  <a:latin typeface="等线" panose="02010600030101010101" charset="-122"/>
                  <a:ea typeface="等线" panose="02010600030101010101" charset="-122"/>
                  <a:cs typeface="+mn-ea"/>
                  <a:sym typeface="+mn-lt"/>
                </a:rPr>
                <a:t>r</a:t>
              </a:r>
              <a:r>
                <a:rPr kumimoji="0" lang="en-US" altLang="zh-CN" b="1" u="none" strike="noStrike" kern="1200" cap="none" spc="0" normalizeH="0" baseline="0" noProof="0" dirty="0" err="1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ea"/>
                  <a:sym typeface="+mn-lt"/>
                </a:rPr>
                <a:t>esearch</a:t>
              </a:r>
              <a:r>
                <a:rPr kumimoji="0" lang="en-US" altLang="zh-CN" b="1" u="none" strike="noStrike" kern="1200" cap="none" spc="0" normalizeH="0" baseline="0" noProof="0" dirty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ea"/>
                  <a:sym typeface="+mn-lt"/>
                </a:rPr>
                <a:t> status</a:t>
              </a:r>
              <a:endParaRPr kumimoji="0" lang="en-US" altLang="zh-CN" b="1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</p:grpSp>
      <p:sp>
        <p:nvSpPr>
          <p:cNvPr id="46" name="文本框 45"/>
          <p:cNvSpPr txBox="1"/>
          <p:nvPr/>
        </p:nvSpPr>
        <p:spPr>
          <a:xfrm>
            <a:off x="1917700" y="3434478"/>
            <a:ext cx="2895600" cy="646331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0" i="1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rPr>
              <a:t>Part One</a:t>
            </a:r>
            <a:endParaRPr kumimoji="0" lang="zh-CN" altLang="en-US" sz="3600" b="0" i="1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ea"/>
              <a:sym typeface="+mn-lt"/>
            </a:endParaRPr>
          </a:p>
        </p:txBody>
      </p:sp>
      <p:sp>
        <p:nvSpPr>
          <p:cNvPr id="47" name="文本框 46"/>
          <p:cNvSpPr txBox="1"/>
          <p:nvPr/>
        </p:nvSpPr>
        <p:spPr>
          <a:xfrm>
            <a:off x="1917700" y="2788147"/>
            <a:ext cx="2895600" cy="707886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rPr>
              <a:t>一</a:t>
            </a:r>
            <a:endParaRPr kumimoji="0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3000"/>
    </mc:Choice>
    <mc:Fallback>
      <p:transition advTm="300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矩形 29"/>
          <p:cNvSpPr/>
          <p:nvPr>
            <p:custDataLst>
              <p:tags r:id="rId1"/>
            </p:custDataLst>
          </p:nvPr>
        </p:nvSpPr>
        <p:spPr>
          <a:xfrm>
            <a:off x="0" y="774700"/>
            <a:ext cx="6306185" cy="288353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0" name="图片 99"/>
          <p:cNvPicPr/>
          <p:nvPr>
            <p:custDataLst>
              <p:tags r:id="rId2"/>
            </p:custDataLst>
          </p:nvPr>
        </p:nvPicPr>
        <p:blipFill>
          <a:blip r:embed="rId3"/>
          <a:srcRect t="5327" b="3505"/>
          <a:stretch>
            <a:fillRect/>
          </a:stretch>
        </p:blipFill>
        <p:spPr>
          <a:xfrm>
            <a:off x="0" y="3804285"/>
            <a:ext cx="6430645" cy="2890520"/>
          </a:xfrm>
          <a:prstGeom prst="rect">
            <a:avLst/>
          </a:prstGeom>
          <a:noFill/>
          <a:ln w="9525"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sp>
        <p:nvSpPr>
          <p:cNvPr id="36" name="正文"/>
          <p:cNvSpPr txBox="1"/>
          <p:nvPr>
            <p:custDataLst>
              <p:tags r:id="rId4"/>
            </p:custDataLst>
          </p:nvPr>
        </p:nvSpPr>
        <p:spPr>
          <a:xfrm>
            <a:off x="330200" y="1459865"/>
            <a:ext cx="5769610" cy="2534285"/>
          </a:xfrm>
          <a:prstGeom prst="rect">
            <a:avLst/>
          </a:prstGeom>
          <a:noFill/>
        </p:spPr>
        <p:txBody>
          <a:bodyPr wrap="square" lIns="324000" tIns="0" rIns="180000" bIns="0" rtlCol="0" anchor="t" anchorCtr="0">
            <a:noAutofit/>
          </a:bodyPr>
          <a:lstStyle/>
          <a:p>
            <a:pPr indent="0" algn="l" fontAlgn="auto">
              <a:lnSpc>
                <a:spcPct val="130000"/>
              </a:lnSpc>
            </a:pPr>
            <a:r>
              <a:rPr altLang="zh-CN" dirty="0">
                <a:solidFill>
                  <a:schemeClr val="bg1"/>
                </a:solidFill>
                <a:effectLst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我国“电子质量管理协会计算机软硬件和信息系统质量测评分会”每年举办多场会议，旨在促进会员单位之间的信息交流和组织事务处理。然而，会议注册</a:t>
            </a:r>
            <a:r>
              <a:rPr altLang="zh-CN" dirty="0">
                <a:solidFill>
                  <a:srgbClr val="FF0000"/>
                </a:solidFill>
                <a:effectLst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效率低、易出错</a:t>
            </a:r>
            <a:r>
              <a:rPr altLang="zh-CN" dirty="0">
                <a:solidFill>
                  <a:schemeClr val="bg1"/>
                </a:solidFill>
                <a:effectLst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，通知和新闻发布管理混乱，优秀会议报告无法在线回放，这些问题严重影响了会议的组织效率和信息传播效果。</a:t>
            </a:r>
            <a:endParaRPr altLang="zh-CN" dirty="0">
              <a:solidFill>
                <a:schemeClr val="bg1"/>
              </a:solidFill>
              <a:effectLst/>
              <a:latin typeface="楷体" panose="02010609060101010101" charset="-122"/>
              <a:ea typeface="楷体" panose="02010609060101010101" charset="-122"/>
              <a:cs typeface="楷体" panose="02010609060101010101" charset="-122"/>
              <a:sym typeface="+mn-ea"/>
            </a:endParaRPr>
          </a:p>
        </p:txBody>
      </p:sp>
      <p:sp>
        <p:nvSpPr>
          <p:cNvPr id="37" name="矩形 36"/>
          <p:cNvSpPr/>
          <p:nvPr>
            <p:custDataLst>
              <p:tags r:id="rId5"/>
            </p:custDataLst>
          </p:nvPr>
        </p:nvSpPr>
        <p:spPr>
          <a:xfrm>
            <a:off x="6305550" y="3804285"/>
            <a:ext cx="5886450" cy="2890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标题 16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>
          <a:xfrm>
            <a:off x="97790" y="903605"/>
            <a:ext cx="5906135" cy="705485"/>
          </a:xfrm>
        </p:spPr>
        <p:txBody>
          <a:bodyPr vert="horz" lIns="90170" tIns="46990" rIns="90170" bIns="46990" rtlCol="0" anchor="ctr" anchorCtr="0">
            <a:norm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Wingdings" panose="05000000000000000000" pitchFamily="2" charset="2"/>
              </a:rPr>
              <a:t></a:t>
            </a:r>
            <a:r>
              <a:rPr lang="zh-CN" altLang="zh-CN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会议举办多，新闻发布杂</a:t>
            </a:r>
            <a:endParaRPr lang="zh-CN" altLang="zh-CN" sz="3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>
          <a:xfrm>
            <a:off x="8610600" y="6649720"/>
            <a:ext cx="2743200" cy="365125"/>
          </a:xfrm>
        </p:spPr>
        <p:txBody>
          <a:bodyPr/>
          <a:lstStyle/>
          <a:p>
            <a:fld id="{66AD2218-D929-41A1-9A96-21586A0BD13D}" type="slidenum">
              <a:rPr lang="zh-CN" altLang="en-US" smtClean="0"/>
            </a:fld>
            <a:endParaRPr lang="zh-CN" altLang="en-US"/>
          </a:p>
        </p:txBody>
      </p:sp>
      <p:sp>
        <p:nvSpPr>
          <p:cNvPr id="21" name="矩形 20"/>
          <p:cNvSpPr/>
          <p:nvPr/>
        </p:nvSpPr>
        <p:spPr>
          <a:xfrm rot="5400000">
            <a:off x="-143627" y="141015"/>
            <a:ext cx="842778" cy="5555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Source Han Sans SC" panose="020B0500000000000000" pitchFamily="34" charset="-122"/>
              <a:ea typeface="Source Han Sans SC" panose="020B0500000000000000" pitchFamily="34" charset="-122"/>
              <a:sym typeface="Source Han Sans SC" panose="020B0500000000000000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34637" y="-4475"/>
            <a:ext cx="4822256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楷体" panose="02010609060101010101" charset="-122"/>
                <a:ea typeface="楷体" panose="02010609060101010101" charset="-122"/>
                <a:sym typeface="Source Han Sans SC" panose="020B0500000000000000" pitchFamily="34" charset="-122"/>
              </a:rPr>
              <a:t>需求分析</a:t>
            </a:r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楷体" panose="02010609060101010101" charset="-122"/>
              <a:ea typeface="楷体" panose="02010609060101010101" charset="-122"/>
              <a:sym typeface="Source Han Sans SC" panose="020B0500000000000000" pitchFamily="34" charset="-122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6513830" y="3658235"/>
            <a:ext cx="6165215" cy="28016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eaLnBrk="0">
              <a:lnSpc>
                <a:spcPct val="150000"/>
              </a:lnSpc>
            </a:pPr>
            <a:r>
              <a:rPr lang="zh-CN" altLang="en-US" sz="3200" b="1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Wingdings" panose="05000000000000000000" pitchFamily="2" charset="2"/>
              </a:rPr>
              <a:t></a:t>
            </a:r>
            <a:r>
              <a:rPr lang="zh-CN" altLang="zh-CN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软件会议需求市场需求巨大</a:t>
            </a:r>
            <a:endParaRPr lang="zh-CN" altLang="zh-CN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430645" y="4387850"/>
            <a:ext cx="5902960" cy="226123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>
              <a:lnSpc>
                <a:spcPct val="130000"/>
              </a:lnSpc>
              <a:buClrTx/>
              <a:buSzTx/>
              <a:buFontTx/>
            </a:pPr>
            <a:r>
              <a:rPr dirty="0">
                <a:solidFill>
                  <a:schemeClr val="bg1"/>
                </a:solidFill>
                <a:effectLst/>
                <a:latin typeface="楷体" panose="02010609060101010101" charset="-122"/>
                <a:ea typeface="楷体" panose="02010609060101010101" charset="-122"/>
                <a:sym typeface="+mn-ea"/>
              </a:rPr>
              <a:t>目前的会议管理系统多依赖电子邮件或纸质注册方式，效率低下。信息发布平台整合度低，缺乏系统的通知和资料管理功能，也</a:t>
            </a:r>
            <a:r>
              <a:rPr dirty="0">
                <a:solidFill>
                  <a:srgbClr val="FF0000"/>
                </a:solidFill>
                <a:effectLst/>
                <a:latin typeface="楷体" panose="02010609060101010101" charset="-122"/>
                <a:ea typeface="楷体" panose="02010609060101010101" charset="-122"/>
                <a:sym typeface="+mn-ea"/>
              </a:rPr>
              <a:t>缺少在线回放和直播功能</a:t>
            </a:r>
            <a:r>
              <a:rPr dirty="0">
                <a:solidFill>
                  <a:schemeClr val="bg1"/>
                </a:solidFill>
                <a:effectLst/>
                <a:latin typeface="楷体" panose="02010609060101010101" charset="-122"/>
                <a:ea typeface="楷体" panose="02010609060101010101" charset="-122"/>
                <a:sym typeface="+mn-ea"/>
              </a:rPr>
              <a:t>。为解决这些问题，本项目开发一个基于B/S架构的在线会议管理系统，包含Web端和微信小程序端，利用现代技术构建高效、可靠、功能丰富的平台，提高组织效率，增强参与度和满意度</a:t>
            </a:r>
            <a:endParaRPr dirty="0">
              <a:solidFill>
                <a:schemeClr val="bg1"/>
              </a:solidFill>
              <a:effectLst/>
              <a:latin typeface="楷体" panose="02010609060101010101" charset="-122"/>
              <a:ea typeface="楷体" panose="02010609060101010101" charset="-122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22963" y="458516"/>
            <a:ext cx="63800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000000">
                    <a:lumMod val="75000"/>
                    <a:lumOff val="25000"/>
                  </a:srgbClr>
                </a:solidFill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  <a:sym typeface="+mn-lt"/>
              </a:rPr>
              <a:t>Demand analysis</a:t>
            </a:r>
            <a:endParaRPr lang="zh-CN" altLang="en-US" dirty="0">
              <a:solidFill>
                <a:srgbClr val="000000">
                  <a:lumMod val="75000"/>
                  <a:lumOff val="25000"/>
                </a:srgbClr>
              </a:solidFill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59245" y="309245"/>
            <a:ext cx="4962525" cy="3348990"/>
          </a:xfrm>
          <a:prstGeom prst="rect">
            <a:avLst/>
          </a:prstGeom>
        </p:spPr>
      </p:pic>
    </p:spTree>
    <p:custDataLst>
      <p:tags r:id="rId8"/>
    </p:custData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圆角矩形 18"/>
          <p:cNvSpPr/>
          <p:nvPr/>
        </p:nvSpPr>
        <p:spPr>
          <a:xfrm>
            <a:off x="7383359" y="5010637"/>
            <a:ext cx="3265170" cy="30988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 rot="5400000">
            <a:off x="5993293" y="659296"/>
            <a:ext cx="205410" cy="121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Source Han Sans SC" panose="020B0500000000000000" pitchFamily="34" charset="-122"/>
              <a:ea typeface="Source Han Sans SC" panose="020B0500000000000000" pitchFamily="34" charset="-122"/>
              <a:sym typeface="Source Han Sans SC" panose="020B0500000000000000" pitchFamily="34" charset="-122"/>
            </a:endParaRPr>
          </a:p>
        </p:txBody>
      </p:sp>
      <p:sp>
        <p:nvSpPr>
          <p:cNvPr id="9" name="Freeform 56"/>
          <p:cNvSpPr/>
          <p:nvPr/>
        </p:nvSpPr>
        <p:spPr bwMode="auto">
          <a:xfrm>
            <a:off x="10621765" y="-9413"/>
            <a:ext cx="1568647" cy="1131310"/>
          </a:xfrm>
          <a:custGeom>
            <a:avLst/>
            <a:gdLst>
              <a:gd name="T0" fmla="*/ 279 w 1633"/>
              <a:gd name="T1" fmla="*/ 305 h 1179"/>
              <a:gd name="T2" fmla="*/ 1633 w 1633"/>
              <a:gd name="T3" fmla="*/ 1179 h 1179"/>
              <a:gd name="T4" fmla="*/ 1633 w 1633"/>
              <a:gd name="T5" fmla="*/ 0 h 1179"/>
              <a:gd name="T6" fmla="*/ 0 w 1633"/>
              <a:gd name="T7" fmla="*/ 0 h 1179"/>
              <a:gd name="T8" fmla="*/ 279 w 1633"/>
              <a:gd name="T9" fmla="*/ 305 h 117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633" h="1179">
                <a:moveTo>
                  <a:pt x="279" y="305"/>
                </a:moveTo>
                <a:cubicBezTo>
                  <a:pt x="686" y="520"/>
                  <a:pt x="1288" y="562"/>
                  <a:pt x="1633" y="1179"/>
                </a:cubicBezTo>
                <a:cubicBezTo>
                  <a:pt x="1633" y="0"/>
                  <a:pt x="1633" y="0"/>
                  <a:pt x="1633" y="0"/>
                </a:cubicBezTo>
                <a:cubicBezTo>
                  <a:pt x="0" y="0"/>
                  <a:pt x="0" y="0"/>
                  <a:pt x="0" y="0"/>
                </a:cubicBezTo>
                <a:cubicBezTo>
                  <a:pt x="22" y="97"/>
                  <a:pt x="95" y="207"/>
                  <a:pt x="279" y="305"/>
                </a:cubicBezTo>
                <a:close/>
              </a:path>
            </a:pathLst>
          </a:custGeom>
          <a:solidFill>
            <a:srgbClr val="002060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latin typeface="Source Han Sans SC" panose="020B0500000000000000" pitchFamily="34" charset="-122"/>
              <a:ea typeface="Source Han Sans SC" panose="020B0500000000000000" pitchFamily="34" charset="-122"/>
              <a:sym typeface="Source Han Sans SC" panose="020B0500000000000000" pitchFamily="34" charset="-122"/>
            </a:endParaRPr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AD2218-D929-41A1-9A96-21586A0BD13D}" type="slidenum">
              <a:rPr lang="zh-CN" altLang="en-US" smtClean="0"/>
            </a:fld>
            <a:endParaRPr lang="zh-CN" altLang="en-US" dirty="0"/>
          </a:p>
        </p:txBody>
      </p:sp>
      <p:sp>
        <p:nvSpPr>
          <p:cNvPr id="21" name="矩形 20"/>
          <p:cNvSpPr/>
          <p:nvPr/>
        </p:nvSpPr>
        <p:spPr>
          <a:xfrm rot="5400000">
            <a:off x="-143627" y="436925"/>
            <a:ext cx="842778" cy="5555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Source Han Sans SC" panose="020B0500000000000000" pitchFamily="34" charset="-122"/>
              <a:ea typeface="Source Han Sans SC" panose="020B0500000000000000" pitchFamily="34" charset="-122"/>
              <a:sym typeface="Source Han Sans SC" panose="020B0500000000000000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645160" y="293370"/>
            <a:ext cx="296048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ClrTx/>
              <a:buSzTx/>
              <a:buFontTx/>
            </a:pPr>
            <a:r>
              <a:rPr lang="zh-CN" altLang="en-US" sz="2800" b="1" dirty="0">
                <a:solidFill>
                  <a:srgbClr val="000000">
                    <a:lumMod val="75000"/>
                    <a:lumOff val="25000"/>
                  </a:srgbClr>
                </a:solidFill>
                <a:latin typeface="楷体" panose="02010609060101010101" charset="-122"/>
                <a:ea typeface="楷体" panose="02010609060101010101" charset="-122"/>
                <a:sym typeface="Source Han Sans SC" panose="020B0500000000000000" pitchFamily="34" charset="-122"/>
              </a:rPr>
              <a:t>研究现状</a:t>
            </a:r>
            <a:endParaRPr lang="zh-CN" altLang="en-US" sz="2800" b="1" dirty="0">
              <a:solidFill>
                <a:srgbClr val="000000">
                  <a:lumMod val="75000"/>
                  <a:lumOff val="25000"/>
                </a:srgbClr>
              </a:solidFill>
              <a:latin typeface="楷体" panose="02010609060101010101" charset="-122"/>
              <a:ea typeface="楷体" panose="02010609060101010101" charset="-122"/>
              <a:sym typeface="Source Han Sans SC" panose="020B0500000000000000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75957" y="749134"/>
            <a:ext cx="4395470" cy="29273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20000"/>
              </a:lnSpc>
              <a:buClrTx/>
              <a:buSzTx/>
              <a:buFontTx/>
              <a:defRPr/>
            </a:pPr>
            <a:r>
              <a:rPr lang="en-US" altLang="zh-CN" dirty="0">
                <a:solidFill>
                  <a:srgbClr val="000000">
                    <a:lumMod val="75000"/>
                    <a:lumOff val="25000"/>
                  </a:srgbClr>
                </a:solidFill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  <a:sym typeface="+mn-lt"/>
              </a:rPr>
              <a:t>Research status</a:t>
            </a:r>
            <a:endParaRPr lang="en-US" altLang="zh-CN" dirty="0">
              <a:solidFill>
                <a:srgbClr val="000000">
                  <a:lumMod val="75000"/>
                  <a:lumOff val="25000"/>
                </a:srgbClr>
              </a:solidFill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  <a:sym typeface="+mn-lt"/>
            </a:endParaRPr>
          </a:p>
        </p:txBody>
      </p:sp>
      <p:cxnSp>
        <p:nvCxnSpPr>
          <p:cNvPr id="4" name="直接连接符 3"/>
          <p:cNvCxnSpPr/>
          <p:nvPr/>
        </p:nvCxnSpPr>
        <p:spPr>
          <a:xfrm flipH="1">
            <a:off x="6450547" y="983540"/>
            <a:ext cx="44450" cy="5414645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6" name="文本框 15"/>
          <p:cNvSpPr txBox="1"/>
          <p:nvPr/>
        </p:nvSpPr>
        <p:spPr>
          <a:xfrm>
            <a:off x="6462826" y="5423373"/>
            <a:ext cx="5542915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dirty="0">
                <a:latin typeface="楷体" panose="02010609060101010101" charset="-122"/>
                <a:ea typeface="楷体" panose="02010609060101010101" charset="-122"/>
              </a:rPr>
              <a:t>为了提升效率和用户体验，本项目提出开发一个基于B/S架构的在线会议管理系统，包含Web端和微信小程序端。该系统集成了</a:t>
            </a:r>
            <a:r>
              <a:rPr lang="zh-CN" altLang="en-US" b="1" dirty="0">
                <a:solidFill>
                  <a:schemeClr val="accent5"/>
                </a:solidFill>
                <a:latin typeface="楷体" panose="02010609060101010101" charset="-122"/>
                <a:ea typeface="楷体" panose="02010609060101010101" charset="-122"/>
              </a:rPr>
              <a:t>通知、资料管理、在线回放</a:t>
            </a:r>
            <a:r>
              <a:rPr lang="zh-CN" altLang="en-US" dirty="0">
                <a:latin typeface="楷体" panose="02010609060101010101" charset="-122"/>
                <a:ea typeface="楷体" panose="02010609060101010101" charset="-122"/>
              </a:rPr>
              <a:t>等功能，显著提高了会议组织效率和参会者的满意度。</a:t>
            </a:r>
            <a:endParaRPr lang="zh-CN" altLang="en-US" dirty="0"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2" name="Freeform 52"/>
          <p:cNvSpPr/>
          <p:nvPr/>
        </p:nvSpPr>
        <p:spPr bwMode="auto">
          <a:xfrm>
            <a:off x="6462826" y="4960472"/>
            <a:ext cx="5581015" cy="360045"/>
          </a:xfrm>
          <a:custGeom>
            <a:avLst/>
            <a:gdLst>
              <a:gd name="T0" fmla="*/ 0 w 5311"/>
              <a:gd name="T1" fmla="*/ 4320 h 4320"/>
              <a:gd name="T2" fmla="*/ 5311 w 5311"/>
              <a:gd name="T3" fmla="*/ 4320 h 4320"/>
              <a:gd name="T4" fmla="*/ 3800 w 5311"/>
              <a:gd name="T5" fmla="*/ 1644 h 4320"/>
              <a:gd name="T6" fmla="*/ 2891 w 5311"/>
              <a:gd name="T7" fmla="*/ 0 h 4320"/>
              <a:gd name="T8" fmla="*/ 0 w 5311"/>
              <a:gd name="T9" fmla="*/ 0 h 4320"/>
              <a:gd name="T10" fmla="*/ 0 w 5311"/>
              <a:gd name="T11" fmla="*/ 4320 h 43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5311" h="4320">
                <a:moveTo>
                  <a:pt x="0" y="4320"/>
                </a:moveTo>
                <a:cubicBezTo>
                  <a:pt x="5311" y="4320"/>
                  <a:pt x="5311" y="4320"/>
                  <a:pt x="5311" y="4320"/>
                </a:cubicBezTo>
                <a:cubicBezTo>
                  <a:pt x="5281" y="3020"/>
                  <a:pt x="4789" y="2633"/>
                  <a:pt x="3800" y="1644"/>
                </a:cubicBezTo>
                <a:cubicBezTo>
                  <a:pt x="3028" y="873"/>
                  <a:pt x="2904" y="264"/>
                  <a:pt x="2891" y="0"/>
                </a:cubicBezTo>
                <a:cubicBezTo>
                  <a:pt x="0" y="0"/>
                  <a:pt x="0" y="0"/>
                  <a:pt x="0" y="0"/>
                </a:cubicBezTo>
                <a:lnTo>
                  <a:pt x="0" y="4320"/>
                </a:lnTo>
                <a:close/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bg1">
                    <a:lumMod val="95000"/>
                    <a:alpha val="29000"/>
                  </a:schemeClr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algn="l">
              <a:buClrTx/>
              <a:buSzTx/>
              <a:buFontTx/>
            </a:pPr>
            <a:r>
              <a:rPr lang="en-US" altLang="zh-CN" sz="2000" b="1" dirty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Source Han Sans SC" panose="020B0500000000000000" pitchFamily="34" charset="-122"/>
              </a:rPr>
              <a:t>       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Source Han Sans SC" panose="020B0500000000000000" pitchFamily="34" charset="-122"/>
              </a:rPr>
              <a:t>  </a:t>
            </a: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Source Han Sans SC" panose="020B0500000000000000" pitchFamily="34" charset="-122"/>
              </a:rPr>
              <a:t>现代会议管理系统的优势</a:t>
            </a:r>
            <a:endParaRPr lang="zh-CN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Source Han Sans SC" panose="020B0500000000000000" pitchFamily="34" charset="-122"/>
            </a:endParaRPr>
          </a:p>
          <a:p>
            <a:endParaRPr lang="zh-CN" altLang="en-US" dirty="0">
              <a:latin typeface="楷体" panose="02010609060101010101" charset="-122"/>
              <a:ea typeface="楷体" panose="02010609060101010101" charset="-122"/>
              <a:cs typeface="楷体" panose="02010609060101010101" charset="-122"/>
              <a:sym typeface="Source Han Sans SC" panose="020B0500000000000000" pitchFamily="34" charset="-122"/>
            </a:endParaRPr>
          </a:p>
        </p:txBody>
      </p:sp>
      <p:sp>
        <p:nvSpPr>
          <p:cNvPr id="25" name="圆角矩形 13"/>
          <p:cNvSpPr/>
          <p:nvPr/>
        </p:nvSpPr>
        <p:spPr>
          <a:xfrm>
            <a:off x="1202629" y="5038718"/>
            <a:ext cx="4132492" cy="327025"/>
          </a:xfrm>
          <a:prstGeom prst="roundRect">
            <a:avLst>
              <a:gd name="adj" fmla="val 10047"/>
            </a:avLst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文本框 28"/>
          <p:cNvSpPr txBox="1"/>
          <p:nvPr/>
        </p:nvSpPr>
        <p:spPr>
          <a:xfrm>
            <a:off x="847725" y="5024755"/>
            <a:ext cx="5005070" cy="251142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noAutofit/>
          </a:bodyPr>
          <a:lstStyle/>
          <a:p>
            <a:pPr>
              <a:buClrTx/>
              <a:buSzTx/>
              <a:buFontTx/>
            </a:pP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</a:t>
            </a: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传统会议管理系统的局限性</a:t>
            </a:r>
            <a:endParaRPr lang="zh-CN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buClrTx/>
              <a:buSzTx/>
              <a:buFontTx/>
            </a:pPr>
            <a:r>
              <a:rPr lang="zh-CN" dirty="0">
                <a:latin typeface="楷体" panose="02010609060101010101" charset="-122"/>
                <a:ea typeface="楷体" panose="02010609060101010101" charset="-122"/>
              </a:rPr>
              <a:t>目前市场上的会议管理系统大多依赖电子邮件或纸质注册方式，这种方式效率低下，工作量大，响应时间长，且</a:t>
            </a:r>
            <a:r>
              <a:rPr lang="zh-CN" altLang="en-US" b="1" dirty="0">
                <a:solidFill>
                  <a:schemeClr val="accent5"/>
                </a:solidFill>
                <a:latin typeface="楷体" panose="02010609060101010101" charset="-122"/>
                <a:ea typeface="楷体" panose="02010609060101010101" charset="-122"/>
              </a:rPr>
              <a:t>容易出错</a:t>
            </a:r>
            <a:r>
              <a:rPr lang="zh-CN" dirty="0">
                <a:latin typeface="楷体" panose="02010609060101010101" charset="-122"/>
                <a:ea typeface="楷体" panose="02010609060101010101" charset="-122"/>
              </a:rPr>
              <a:t>。</a:t>
            </a:r>
            <a:endParaRPr lang="zh-CN" dirty="0">
              <a:latin typeface="楷体" panose="02010609060101010101" charset="-122"/>
              <a:ea typeface="楷体" panose="02010609060101010101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2525" y="1439545"/>
            <a:ext cx="4409440" cy="334391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5940" y="1447800"/>
            <a:ext cx="4625975" cy="3335655"/>
          </a:xfrm>
          <a:prstGeom prst="rect">
            <a:avLst/>
          </a:prstGeom>
        </p:spPr>
      </p:pic>
    </p:spTree>
  </p:cSld>
  <p:clrMapOvr>
    <a:masterClrMapping/>
  </p:clrMapOvr>
  <p:transition>
    <p:pull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52"/>
          <p:cNvSpPr/>
          <p:nvPr/>
        </p:nvSpPr>
        <p:spPr bwMode="auto">
          <a:xfrm>
            <a:off x="1508125" y="1708150"/>
            <a:ext cx="5389245" cy="1132205"/>
          </a:xfrm>
          <a:custGeom>
            <a:avLst/>
            <a:gdLst>
              <a:gd name="T0" fmla="*/ 0 w 5311"/>
              <a:gd name="T1" fmla="*/ 4320 h 4320"/>
              <a:gd name="T2" fmla="*/ 5311 w 5311"/>
              <a:gd name="T3" fmla="*/ 4320 h 4320"/>
              <a:gd name="T4" fmla="*/ 3800 w 5311"/>
              <a:gd name="T5" fmla="*/ 1644 h 4320"/>
              <a:gd name="T6" fmla="*/ 2891 w 5311"/>
              <a:gd name="T7" fmla="*/ 0 h 4320"/>
              <a:gd name="T8" fmla="*/ 0 w 5311"/>
              <a:gd name="T9" fmla="*/ 0 h 4320"/>
              <a:gd name="T10" fmla="*/ 0 w 5311"/>
              <a:gd name="T11" fmla="*/ 4320 h 43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5311" h="4320">
                <a:moveTo>
                  <a:pt x="0" y="4320"/>
                </a:moveTo>
                <a:cubicBezTo>
                  <a:pt x="5311" y="4320"/>
                  <a:pt x="5311" y="4320"/>
                  <a:pt x="5311" y="4320"/>
                </a:cubicBezTo>
                <a:cubicBezTo>
                  <a:pt x="5281" y="3020"/>
                  <a:pt x="4789" y="2633"/>
                  <a:pt x="3800" y="1644"/>
                </a:cubicBezTo>
                <a:cubicBezTo>
                  <a:pt x="3028" y="873"/>
                  <a:pt x="2904" y="264"/>
                  <a:pt x="2891" y="0"/>
                </a:cubicBezTo>
                <a:cubicBezTo>
                  <a:pt x="0" y="0"/>
                  <a:pt x="0" y="0"/>
                  <a:pt x="0" y="0"/>
                </a:cubicBezTo>
                <a:lnTo>
                  <a:pt x="0" y="4320"/>
                </a:lnTo>
                <a:close/>
              </a:path>
            </a:pathLst>
          </a:custGeom>
          <a:solidFill>
            <a:schemeClr val="bg1">
              <a:lumMod val="95000"/>
              <a:alpha val="29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285750" indent="-285750" algn="l">
              <a:buClrTx/>
              <a:buSzTx/>
              <a:buFont typeface="Arial" panose="020B0604020202020204" pitchFamily="34" charset="0"/>
              <a:buChar char="•"/>
            </a:pPr>
            <a:r>
              <a:rPr dirty="0">
                <a:latin typeface="楷体" panose="02010609060101010101" charset="-122"/>
                <a:ea typeface="楷体" panose="02010609060101010101" charset="-122"/>
                <a:sym typeface="Source Han Sans SC" panose="020B0500000000000000" pitchFamily="34" charset="-122"/>
              </a:rPr>
              <a:t>目前的会议注册主要依赖电子邮件和纸质方式，这种方式导致</a:t>
            </a:r>
            <a:r>
              <a:rPr lang="zh-CN" altLang="en-US" b="1" dirty="0">
                <a:solidFill>
                  <a:schemeClr val="accent5"/>
                </a:solidFill>
                <a:latin typeface="楷体" panose="02010609060101010101" charset="-122"/>
                <a:ea typeface="楷体" panose="02010609060101010101" charset="-122"/>
                <a:sym typeface="Source Han Sans SC" panose="020B0500000000000000" pitchFamily="34" charset="-122"/>
              </a:rPr>
              <a:t>工作量大、响应时间长</a:t>
            </a:r>
            <a:r>
              <a:rPr dirty="0">
                <a:latin typeface="楷体" panose="02010609060101010101" charset="-122"/>
                <a:ea typeface="楷体" panose="02010609060101010101" charset="-122"/>
                <a:sym typeface="Source Han Sans SC" panose="020B0500000000000000" pitchFamily="34" charset="-122"/>
              </a:rPr>
              <a:t>、参会者信息更新困难且容易出错。繁琐的注册流程不仅降低了组织效率，还影响了参会者的体验。</a:t>
            </a:r>
            <a:endParaRPr dirty="0">
              <a:latin typeface="楷体" panose="02010609060101010101" charset="-122"/>
              <a:ea typeface="楷体" panose="02010609060101010101" charset="-122"/>
              <a:sym typeface="Source Han Sans SC" panose="020B0500000000000000" pitchFamily="34" charset="-122"/>
            </a:endParaRPr>
          </a:p>
        </p:txBody>
      </p:sp>
      <p:sp>
        <p:nvSpPr>
          <p:cNvPr id="12" name="矩形 11"/>
          <p:cNvSpPr/>
          <p:nvPr/>
        </p:nvSpPr>
        <p:spPr>
          <a:xfrm rot="5400000">
            <a:off x="5993293" y="659296"/>
            <a:ext cx="205410" cy="121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Source Han Sans SC" panose="020B0500000000000000" pitchFamily="34" charset="-122"/>
              <a:ea typeface="Source Han Sans SC" panose="020B0500000000000000" pitchFamily="34" charset="-122"/>
              <a:sym typeface="Source Han Sans SC" panose="020B0500000000000000" pitchFamily="34" charset="-122"/>
            </a:endParaRPr>
          </a:p>
        </p:txBody>
      </p:sp>
      <p:sp>
        <p:nvSpPr>
          <p:cNvPr id="22" name="Freeform 56"/>
          <p:cNvSpPr/>
          <p:nvPr/>
        </p:nvSpPr>
        <p:spPr bwMode="auto">
          <a:xfrm>
            <a:off x="10621765" y="-9413"/>
            <a:ext cx="1568647" cy="1131310"/>
          </a:xfrm>
          <a:custGeom>
            <a:avLst/>
            <a:gdLst>
              <a:gd name="T0" fmla="*/ 279 w 1633"/>
              <a:gd name="T1" fmla="*/ 305 h 1179"/>
              <a:gd name="T2" fmla="*/ 1633 w 1633"/>
              <a:gd name="T3" fmla="*/ 1179 h 1179"/>
              <a:gd name="T4" fmla="*/ 1633 w 1633"/>
              <a:gd name="T5" fmla="*/ 0 h 1179"/>
              <a:gd name="T6" fmla="*/ 0 w 1633"/>
              <a:gd name="T7" fmla="*/ 0 h 1179"/>
              <a:gd name="T8" fmla="*/ 279 w 1633"/>
              <a:gd name="T9" fmla="*/ 305 h 117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633" h="1179">
                <a:moveTo>
                  <a:pt x="279" y="305"/>
                </a:moveTo>
                <a:cubicBezTo>
                  <a:pt x="686" y="520"/>
                  <a:pt x="1288" y="562"/>
                  <a:pt x="1633" y="1179"/>
                </a:cubicBezTo>
                <a:cubicBezTo>
                  <a:pt x="1633" y="0"/>
                  <a:pt x="1633" y="0"/>
                  <a:pt x="1633" y="0"/>
                </a:cubicBezTo>
                <a:cubicBezTo>
                  <a:pt x="0" y="0"/>
                  <a:pt x="0" y="0"/>
                  <a:pt x="0" y="0"/>
                </a:cubicBezTo>
                <a:cubicBezTo>
                  <a:pt x="22" y="97"/>
                  <a:pt x="95" y="207"/>
                  <a:pt x="279" y="305"/>
                </a:cubicBezTo>
                <a:close/>
              </a:path>
            </a:pathLst>
          </a:custGeom>
          <a:solidFill>
            <a:srgbClr val="002060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latin typeface="Source Han Sans SC" panose="020B0500000000000000" pitchFamily="34" charset="-122"/>
              <a:ea typeface="Source Han Sans SC" panose="020B0500000000000000" pitchFamily="34" charset="-122"/>
              <a:sym typeface="Source Han Sans SC" panose="020B0500000000000000" pitchFamily="34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AD2218-D929-41A1-9A96-21586A0BD13D}" type="slidenum">
              <a:rPr lang="zh-CN" altLang="en-US" smtClean="0"/>
            </a:fld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429260" y="2416175"/>
            <a:ext cx="602615" cy="215074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>
              <a:buClrTx/>
              <a:buSzTx/>
              <a:buNone/>
            </a:pPr>
            <a:r>
              <a:rPr lang="zh-CN" altLang="en-US" sz="2800" b="1" spc="300" dirty="0">
                <a:solidFill>
                  <a:schemeClr val="accent1"/>
                </a:solidFill>
                <a:latin typeface="楷体" panose="02010609060101010101" charset="-122"/>
                <a:ea typeface="楷体" panose="02010609060101010101" charset="-122"/>
                <a:sym typeface="+mn-ea"/>
              </a:rPr>
              <a:t>痛</a:t>
            </a:r>
            <a:endParaRPr lang="zh-CN" altLang="en-US" sz="2800" b="1" spc="300" dirty="0">
              <a:solidFill>
                <a:schemeClr val="accent1"/>
              </a:solidFill>
              <a:latin typeface="楷体" panose="02010609060101010101" charset="-122"/>
              <a:ea typeface="楷体" panose="02010609060101010101" charset="-122"/>
              <a:sym typeface="+mn-ea"/>
            </a:endParaRPr>
          </a:p>
          <a:p>
            <a:pPr>
              <a:buClrTx/>
              <a:buSzTx/>
              <a:buNone/>
            </a:pPr>
            <a:r>
              <a:rPr lang="zh-CN" altLang="en-US" sz="2800" b="1" spc="300" dirty="0">
                <a:solidFill>
                  <a:schemeClr val="accent1"/>
                </a:solidFill>
                <a:latin typeface="楷体" panose="02010609060101010101" charset="-122"/>
                <a:ea typeface="楷体" panose="02010609060101010101" charset="-122"/>
                <a:sym typeface="+mn-ea"/>
              </a:rPr>
              <a:t>点</a:t>
            </a:r>
            <a:endParaRPr lang="zh-CN" altLang="en-US" sz="2800" b="1" spc="300" dirty="0">
              <a:solidFill>
                <a:schemeClr val="accent1"/>
              </a:solidFill>
              <a:latin typeface="楷体" panose="02010609060101010101" charset="-122"/>
              <a:ea typeface="楷体" panose="02010609060101010101" charset="-122"/>
              <a:sym typeface="+mn-ea"/>
            </a:endParaRPr>
          </a:p>
          <a:p>
            <a:pPr>
              <a:buClrTx/>
              <a:buSzTx/>
              <a:buNone/>
            </a:pPr>
            <a:r>
              <a:rPr lang="zh-CN" altLang="en-US" sz="2800" b="1" spc="300" dirty="0">
                <a:solidFill>
                  <a:schemeClr val="accent1"/>
                </a:solidFill>
                <a:latin typeface="楷体" panose="02010609060101010101" charset="-122"/>
                <a:ea typeface="楷体" panose="02010609060101010101" charset="-122"/>
                <a:sym typeface="+mn-ea"/>
              </a:rPr>
              <a:t>问</a:t>
            </a:r>
            <a:endParaRPr lang="zh-CN" altLang="en-US" sz="2800" b="1" spc="300" dirty="0">
              <a:solidFill>
                <a:schemeClr val="accent1"/>
              </a:solidFill>
              <a:latin typeface="楷体" panose="02010609060101010101" charset="-122"/>
              <a:ea typeface="楷体" panose="02010609060101010101" charset="-122"/>
              <a:sym typeface="+mn-ea"/>
            </a:endParaRPr>
          </a:p>
          <a:p>
            <a:pPr>
              <a:buClrTx/>
              <a:buSzTx/>
              <a:buNone/>
            </a:pPr>
            <a:r>
              <a:rPr lang="zh-CN" altLang="en-US" sz="2800" b="1" spc="300" dirty="0">
                <a:solidFill>
                  <a:schemeClr val="accent1"/>
                </a:solidFill>
                <a:latin typeface="楷体" panose="02010609060101010101" charset="-122"/>
                <a:ea typeface="楷体" panose="02010609060101010101" charset="-122"/>
                <a:sym typeface="+mn-ea"/>
              </a:rPr>
              <a:t>题</a:t>
            </a:r>
            <a:endParaRPr lang="zh-CN" altLang="en-US" sz="2800" b="1" spc="300" dirty="0">
              <a:solidFill>
                <a:schemeClr val="accent1"/>
              </a:solidFill>
              <a:latin typeface="楷体" panose="02010609060101010101" charset="-122"/>
              <a:ea typeface="楷体" panose="02010609060101010101" charset="-122"/>
              <a:sym typeface="+mn-ea"/>
            </a:endParaRPr>
          </a:p>
        </p:txBody>
      </p:sp>
      <p:sp>
        <p:nvSpPr>
          <p:cNvPr id="17" name="左大括号 16"/>
          <p:cNvSpPr/>
          <p:nvPr>
            <p:custDataLst>
              <p:tags r:id="rId1"/>
            </p:custDataLst>
          </p:nvPr>
        </p:nvSpPr>
        <p:spPr>
          <a:xfrm>
            <a:off x="1129030" y="1708150"/>
            <a:ext cx="251460" cy="3103245"/>
          </a:xfrm>
          <a:prstGeom prst="leftBrace">
            <a:avLst>
              <a:gd name="adj1" fmla="val 0"/>
              <a:gd name="adj2" fmla="val 50000"/>
            </a:avLst>
          </a:prstGeom>
          <a:noFill/>
          <a:ln w="38100">
            <a:solidFill>
              <a:schemeClr val="accent1">
                <a:lumMod val="40000"/>
                <a:lumOff val="6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bg2"/>
                </a:solidFill>
              </a14:hiddenFill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0" name="文本框 99"/>
          <p:cNvSpPr txBox="1"/>
          <p:nvPr/>
        </p:nvSpPr>
        <p:spPr>
          <a:xfrm>
            <a:off x="1477645" y="2205990"/>
            <a:ext cx="5080000" cy="574675"/>
          </a:xfrm>
          <a:prstGeom prst="rect">
            <a:avLst/>
          </a:prstGeom>
          <a:noFill/>
          <a:ln w="9525">
            <a:noFill/>
          </a:ln>
        </p:spPr>
        <p:txBody>
          <a:bodyPr>
            <a:noAutofit/>
          </a:bodyPr>
          <a:lstStyle/>
          <a:p>
            <a:pPr marL="285750" indent="-285750">
              <a:buClrTx/>
              <a:buSzTx/>
              <a:buFont typeface="Arial" panose="020B0604020202020204" pitchFamily="34" charset="0"/>
              <a:buChar char="•"/>
            </a:pPr>
            <a:endParaRPr lang="zh-CN" altLang="en-US" b="1" dirty="0"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13" name="下箭头 33"/>
          <p:cNvSpPr/>
          <p:nvPr>
            <p:custDataLst>
              <p:tags r:id="rId2"/>
            </p:custDataLst>
          </p:nvPr>
        </p:nvSpPr>
        <p:spPr>
          <a:xfrm>
            <a:off x="3536950" y="5001260"/>
            <a:ext cx="363220" cy="739140"/>
          </a:xfrm>
          <a:custGeom>
            <a:avLst/>
            <a:gdLst>
              <a:gd name="connsiteX0" fmla="*/ 106 w 793"/>
              <a:gd name="connsiteY0" fmla="*/ 1499 h 1838"/>
              <a:gd name="connsiteX1" fmla="*/ 276 w 793"/>
              <a:gd name="connsiteY1" fmla="*/ 1499 h 1838"/>
              <a:gd name="connsiteX2" fmla="*/ 0 w 793"/>
              <a:gd name="connsiteY2" fmla="*/ 0 h 1838"/>
              <a:gd name="connsiteX3" fmla="*/ 793 w 793"/>
              <a:gd name="connsiteY3" fmla="*/ 0 h 1838"/>
              <a:gd name="connsiteX4" fmla="*/ 615 w 793"/>
              <a:gd name="connsiteY4" fmla="*/ 1499 h 1838"/>
              <a:gd name="connsiteX5" fmla="*/ 785 w 793"/>
              <a:gd name="connsiteY5" fmla="*/ 1499 h 1838"/>
              <a:gd name="connsiteX6" fmla="*/ 446 w 793"/>
              <a:gd name="connsiteY6" fmla="*/ 1838 h 1838"/>
              <a:gd name="connsiteX7" fmla="*/ 106 w 793"/>
              <a:gd name="connsiteY7" fmla="*/ 1499 h 18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93" h="1838">
                <a:moveTo>
                  <a:pt x="106" y="1499"/>
                </a:moveTo>
                <a:lnTo>
                  <a:pt x="276" y="1499"/>
                </a:lnTo>
                <a:lnTo>
                  <a:pt x="0" y="0"/>
                </a:lnTo>
                <a:lnTo>
                  <a:pt x="793" y="0"/>
                </a:lnTo>
                <a:lnTo>
                  <a:pt x="615" y="1499"/>
                </a:lnTo>
                <a:lnTo>
                  <a:pt x="785" y="1499"/>
                </a:lnTo>
                <a:lnTo>
                  <a:pt x="446" y="1838"/>
                </a:lnTo>
                <a:lnTo>
                  <a:pt x="106" y="1499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1431290" y="5819140"/>
            <a:ext cx="5322801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>
                <a:latin typeface="楷体" panose="02010609060101010101" charset="-122"/>
                <a:ea typeface="楷体" panose="02010609060101010101" charset="-122"/>
              </a:rPr>
              <a:t>我们设计并</a:t>
            </a:r>
            <a:r>
              <a:rPr lang="zh-CN" altLang="en-US" b="1" dirty="0">
                <a:solidFill>
                  <a:schemeClr val="accent5"/>
                </a:solidFill>
                <a:latin typeface="楷体" panose="02010609060101010101" charset="-122"/>
                <a:ea typeface="楷体" panose="02010609060101010101" charset="-122"/>
              </a:rPr>
              <a:t>开发</a:t>
            </a:r>
            <a:r>
              <a:rPr lang="zh-CN" altLang="en-US" dirty="0">
                <a:latin typeface="楷体" panose="02010609060101010101" charset="-122"/>
                <a:ea typeface="楷体" panose="02010609060101010101" charset="-122"/>
              </a:rPr>
              <a:t>了一个新型的具备</a:t>
            </a:r>
            <a:r>
              <a:rPr lang="zh-CN" altLang="en-US" b="1" dirty="0">
                <a:solidFill>
                  <a:schemeClr val="accent5"/>
                </a:solidFill>
                <a:latin typeface="楷体" panose="02010609060101010101" charset="-122"/>
                <a:ea typeface="楷体" panose="02010609060101010101" charset="-122"/>
                <a:sym typeface="+mn-ea"/>
              </a:rPr>
              <a:t>快速集成和管理不断发展的</a:t>
            </a:r>
            <a:r>
              <a:rPr lang="zh-CN" altLang="en-US" dirty="0">
                <a:latin typeface="楷体" panose="02010609060101010101" charset="-122"/>
                <a:ea typeface="楷体" panose="02010609060101010101" charset="-122"/>
              </a:rPr>
              <a:t>开源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管理</a:t>
            </a:r>
            <a:r>
              <a:rPr lang="zh-CN" altLang="en-US" dirty="0">
                <a:latin typeface="楷体" panose="02010609060101010101" charset="-122"/>
                <a:ea typeface="楷体" panose="02010609060101010101" charset="-122"/>
              </a:rPr>
              <a:t>平台</a:t>
            </a:r>
            <a:endParaRPr lang="zh-CN" altLang="en-US" dirty="0"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477645" y="3283585"/>
            <a:ext cx="5725160" cy="1476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85750" indent="-285750"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dirty="0">
                <a:latin typeface="楷体" panose="02010609060101010101" charset="-122"/>
                <a:ea typeface="楷体" panose="02010609060101010101" charset="-122"/>
                <a:sym typeface="+mn-ea"/>
              </a:rPr>
              <a:t>现有的会议通知和新闻发布主要通过微信群等非正式渠道进行，信息容易被淹没和错过，难以有效管理和查阅。同时，优秀的会议报告无法在线回放，影响了知识的传播和共享。这些问题严重影响了会议的</a:t>
            </a:r>
            <a:r>
              <a:rPr lang="zh-CN" altLang="en-US" b="1" dirty="0">
                <a:solidFill>
                  <a:schemeClr val="accent5"/>
                </a:solidFill>
                <a:latin typeface="楷体" panose="02010609060101010101" charset="-122"/>
                <a:ea typeface="楷体" panose="02010609060101010101" charset="-122"/>
                <a:sym typeface="+mn-ea"/>
              </a:rPr>
              <a:t>组织和参会者的满意度。</a:t>
            </a:r>
            <a:endParaRPr lang="zh-CN" altLang="en-US" b="1" dirty="0">
              <a:solidFill>
                <a:schemeClr val="accent5"/>
              </a:solidFill>
              <a:latin typeface="楷体" panose="02010609060101010101" charset="-122"/>
              <a:ea typeface="楷体" panose="02010609060101010101" charset="-122"/>
              <a:sym typeface="+mn-ea"/>
            </a:endParaRPr>
          </a:p>
        </p:txBody>
      </p:sp>
      <p:sp>
        <p:nvSpPr>
          <p:cNvPr id="11" name="矩形 10"/>
          <p:cNvSpPr/>
          <p:nvPr/>
        </p:nvSpPr>
        <p:spPr>
          <a:xfrm rot="5400000">
            <a:off x="-143627" y="436925"/>
            <a:ext cx="842778" cy="5555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Source Han Sans SC" panose="020B0500000000000000" pitchFamily="34" charset="-122"/>
              <a:ea typeface="Source Han Sans SC" panose="020B0500000000000000" pitchFamily="34" charset="-122"/>
              <a:sym typeface="Source Han Sans SC" panose="020B0500000000000000" pitchFamily="3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645160" y="293370"/>
            <a:ext cx="489839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ClrTx/>
              <a:buSzTx/>
              <a:buFontTx/>
            </a:pPr>
            <a:r>
              <a:rPr lang="zh-CN" altLang="en-US" sz="2800" b="1" dirty="0">
                <a:solidFill>
                  <a:srgbClr val="000000">
                    <a:lumMod val="75000"/>
                    <a:lumOff val="25000"/>
                  </a:srgbClr>
                </a:solidFill>
                <a:latin typeface="楷体" panose="02010609060101010101" charset="-122"/>
                <a:ea typeface="楷体" panose="02010609060101010101" charset="-122"/>
                <a:sym typeface="Source Han Sans SC" panose="020B0500000000000000" pitchFamily="34" charset="-122"/>
              </a:rPr>
              <a:t>研究现状</a:t>
            </a:r>
            <a:endParaRPr lang="zh-CN" altLang="en-US" sz="2800" b="1" dirty="0">
              <a:solidFill>
                <a:srgbClr val="000000">
                  <a:lumMod val="75000"/>
                  <a:lumOff val="25000"/>
                </a:srgbClr>
              </a:solidFill>
              <a:latin typeface="楷体" panose="02010609060101010101" charset="-122"/>
              <a:ea typeface="楷体" panose="02010609060101010101" charset="-122"/>
              <a:sym typeface="Source Han Sans SC" panose="020B0500000000000000" pitchFamily="34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645160" y="742950"/>
            <a:ext cx="4395470" cy="29273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20000"/>
              </a:lnSpc>
              <a:buClrTx/>
              <a:buSzTx/>
              <a:buFontTx/>
              <a:defRPr/>
            </a:pPr>
            <a:r>
              <a:rPr lang="en-US" altLang="zh-CN" dirty="0">
                <a:solidFill>
                  <a:srgbClr val="000000">
                    <a:lumMod val="75000"/>
                    <a:lumOff val="25000"/>
                  </a:srgbClr>
                </a:solidFill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  <a:sym typeface="+mn-lt"/>
              </a:rPr>
              <a:t>Research status</a:t>
            </a:r>
            <a:endParaRPr lang="en-US" altLang="zh-CN" dirty="0">
              <a:solidFill>
                <a:srgbClr val="000000">
                  <a:lumMod val="75000"/>
                  <a:lumOff val="25000"/>
                </a:srgbClr>
              </a:solidFill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  <a:sym typeface="+mn-lt"/>
            </a:endParaRPr>
          </a:p>
        </p:txBody>
      </p:sp>
      <p:pic>
        <p:nvPicPr>
          <p:cNvPr id="5" name="图片 4"/>
          <p:cNvPicPr/>
          <p:nvPr/>
        </p:nvPicPr>
        <p:blipFill>
          <a:blip r:embed="rId3"/>
          <a:stretch>
            <a:fillRect/>
          </a:stretch>
        </p:blipFill>
        <p:spPr>
          <a:xfrm>
            <a:off x="7208520" y="1259205"/>
            <a:ext cx="4523105" cy="2200275"/>
          </a:xfrm>
          <a:prstGeom prst="rect">
            <a:avLst/>
          </a:prstGeom>
          <a:noFill/>
          <a:ln w="9525">
            <a:noFill/>
          </a:ln>
          <a:effectLst>
            <a:softEdge rad="31750"/>
          </a:effectLst>
        </p:spPr>
      </p:pic>
      <p:pic>
        <p:nvPicPr>
          <p:cNvPr id="7" name="图片 6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7208520" y="3625215"/>
            <a:ext cx="4523740" cy="2379980"/>
          </a:xfrm>
          <a:prstGeom prst="rect">
            <a:avLst/>
          </a:prstGeom>
          <a:effectLst>
            <a:softEdge rad="31750"/>
          </a:effectLst>
        </p:spPr>
      </p:pic>
    </p:spTree>
    <p:custDataLst>
      <p:tags r:id="rId6"/>
    </p:custDataLst>
  </p:cSld>
  <p:clrMapOvr>
    <a:masterClrMapping/>
  </p:clrMapOvr>
  <p:transition>
    <p:pull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矩形 91"/>
          <p:cNvSpPr/>
          <p:nvPr/>
        </p:nvSpPr>
        <p:spPr>
          <a:xfrm rot="5400000">
            <a:off x="5993293" y="659296"/>
            <a:ext cx="205410" cy="121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Source Han Sans SC" panose="020B0500000000000000" pitchFamily="34" charset="-122"/>
              <a:ea typeface="Source Han Sans SC" panose="020B0500000000000000" pitchFamily="34" charset="-122"/>
              <a:sym typeface="Source Han Sans SC" panose="020B0500000000000000" pitchFamily="34" charset="-122"/>
            </a:endParaRPr>
          </a:p>
        </p:txBody>
      </p:sp>
      <p:sp>
        <p:nvSpPr>
          <p:cNvPr id="94" name="Freeform 56"/>
          <p:cNvSpPr/>
          <p:nvPr/>
        </p:nvSpPr>
        <p:spPr bwMode="auto">
          <a:xfrm>
            <a:off x="10621765" y="-9413"/>
            <a:ext cx="1568647" cy="1131310"/>
          </a:xfrm>
          <a:custGeom>
            <a:avLst/>
            <a:gdLst>
              <a:gd name="T0" fmla="*/ 279 w 1633"/>
              <a:gd name="T1" fmla="*/ 305 h 1179"/>
              <a:gd name="T2" fmla="*/ 1633 w 1633"/>
              <a:gd name="T3" fmla="*/ 1179 h 1179"/>
              <a:gd name="T4" fmla="*/ 1633 w 1633"/>
              <a:gd name="T5" fmla="*/ 0 h 1179"/>
              <a:gd name="T6" fmla="*/ 0 w 1633"/>
              <a:gd name="T7" fmla="*/ 0 h 1179"/>
              <a:gd name="T8" fmla="*/ 279 w 1633"/>
              <a:gd name="T9" fmla="*/ 305 h 117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633" h="1179">
                <a:moveTo>
                  <a:pt x="279" y="305"/>
                </a:moveTo>
                <a:cubicBezTo>
                  <a:pt x="686" y="520"/>
                  <a:pt x="1288" y="562"/>
                  <a:pt x="1633" y="1179"/>
                </a:cubicBezTo>
                <a:cubicBezTo>
                  <a:pt x="1633" y="0"/>
                  <a:pt x="1633" y="0"/>
                  <a:pt x="1633" y="0"/>
                </a:cubicBezTo>
                <a:cubicBezTo>
                  <a:pt x="0" y="0"/>
                  <a:pt x="0" y="0"/>
                  <a:pt x="0" y="0"/>
                </a:cubicBezTo>
                <a:cubicBezTo>
                  <a:pt x="22" y="97"/>
                  <a:pt x="95" y="207"/>
                  <a:pt x="279" y="305"/>
                </a:cubicBezTo>
                <a:close/>
              </a:path>
            </a:pathLst>
          </a:custGeom>
          <a:solidFill>
            <a:srgbClr val="002060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latin typeface="Source Han Sans SC" panose="020B0500000000000000" pitchFamily="34" charset="-122"/>
              <a:ea typeface="Source Han Sans SC" panose="020B0500000000000000" pitchFamily="34" charset="-122"/>
              <a:sym typeface="Source Han Sans SC" panose="020B0500000000000000" pitchFamily="34" charset="-122"/>
            </a:endParaRPr>
          </a:p>
        </p:txBody>
      </p:sp>
      <p:sp>
        <p:nvSpPr>
          <p:cNvPr id="17" name="Oval 16"/>
          <p:cNvSpPr/>
          <p:nvPr>
            <p:custDataLst>
              <p:tags r:id="rId1"/>
            </p:custDataLst>
          </p:nvPr>
        </p:nvSpPr>
        <p:spPr>
          <a:xfrm>
            <a:off x="5023034" y="2316691"/>
            <a:ext cx="1618493" cy="1543530"/>
          </a:xfrm>
          <a:prstGeom prst="ellipse">
            <a:avLst/>
          </a:prstGeom>
          <a:solidFill>
            <a:schemeClr val="tx2"/>
          </a:solidFill>
          <a:effectLst>
            <a:outerShdw blurRad="40000" dist="20000" dir="5400000" rotWithShape="0">
              <a:srgbClr val="000000">
                <a:alpha val="0"/>
              </a:srgbClr>
            </a:outerShdw>
          </a:effectLst>
        </p:spPr>
        <p:style>
          <a:lnRef idx="3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1">
            <a:scrgbClr r="0" g="0" b="0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sz="1400">
              <a:cs typeface="+mn-ea"/>
              <a:sym typeface="+mn-lt"/>
            </a:endParaRPr>
          </a:p>
        </p:txBody>
      </p:sp>
      <p:sp>
        <p:nvSpPr>
          <p:cNvPr id="19" name="Oval 10"/>
          <p:cNvSpPr/>
          <p:nvPr>
            <p:custDataLst>
              <p:tags r:id="rId2"/>
            </p:custDataLst>
          </p:nvPr>
        </p:nvSpPr>
        <p:spPr>
          <a:xfrm>
            <a:off x="6262370" y="831215"/>
            <a:ext cx="1268095" cy="1187450"/>
          </a:xfrm>
          <a:prstGeom prst="ellipse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sz="1400">
              <a:cs typeface="+mn-ea"/>
              <a:sym typeface="+mn-lt"/>
            </a:endParaRPr>
          </a:p>
        </p:txBody>
      </p:sp>
      <p:sp>
        <p:nvSpPr>
          <p:cNvPr id="16" name="Freeform: Shape 15"/>
          <p:cNvSpPr/>
          <p:nvPr>
            <p:custDataLst>
              <p:tags r:id="rId3"/>
            </p:custDataLst>
          </p:nvPr>
        </p:nvSpPr>
        <p:spPr>
          <a:xfrm rot="19038400">
            <a:off x="6068531" y="2061339"/>
            <a:ext cx="511487" cy="70734"/>
          </a:xfrm>
          <a:custGeom>
            <a:avLst/>
            <a:gdLst/>
            <a:ahLst/>
            <a:cxnLst/>
            <a:rect l="0" t="0" r="0" b="0"/>
            <a:pathLst>
              <a:path>
                <a:moveTo>
                  <a:pt x="0" y="28828"/>
                </a:moveTo>
                <a:lnTo>
                  <a:pt x="397611" y="28828"/>
                </a:lnTo>
              </a:path>
            </a:pathLst>
          </a:custGeom>
          <a:noFill/>
          <a:ln w="19050">
            <a:solidFill>
              <a:schemeClr val="tx1">
                <a:lumMod val="75000"/>
                <a:lumOff val="25000"/>
              </a:schemeClr>
            </a:solidFill>
            <a:prstDash val="dash"/>
          </a:ln>
        </p:spPr>
        <p:style>
          <a:lnRef idx="2">
            <a:scrgbClr r="0" g="0" b="0"/>
          </a:lnRef>
          <a:fillRef idx="0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anchor="ctr"/>
          <a:lstStyle/>
          <a:p>
            <a:pPr algn="ctr"/>
            <a:endParaRPr sz="1400">
              <a:cs typeface="+mn-ea"/>
              <a:sym typeface="+mn-lt"/>
            </a:endParaRPr>
          </a:p>
        </p:txBody>
      </p:sp>
      <p:sp>
        <p:nvSpPr>
          <p:cNvPr id="7" name="Freeform: Shape 15"/>
          <p:cNvSpPr/>
          <p:nvPr>
            <p:custDataLst>
              <p:tags r:id="rId4"/>
            </p:custDataLst>
          </p:nvPr>
        </p:nvSpPr>
        <p:spPr>
          <a:xfrm rot="13578400">
            <a:off x="5101426" y="2072134"/>
            <a:ext cx="511487" cy="70734"/>
          </a:xfrm>
          <a:custGeom>
            <a:avLst/>
            <a:gdLst/>
            <a:ahLst/>
            <a:cxnLst/>
            <a:rect l="0" t="0" r="0" b="0"/>
            <a:pathLst>
              <a:path>
                <a:moveTo>
                  <a:pt x="0" y="28828"/>
                </a:moveTo>
                <a:lnTo>
                  <a:pt x="397611" y="28828"/>
                </a:lnTo>
              </a:path>
            </a:pathLst>
          </a:custGeom>
          <a:noFill/>
          <a:ln w="19050">
            <a:solidFill>
              <a:schemeClr val="tx1">
                <a:lumMod val="75000"/>
                <a:lumOff val="25000"/>
              </a:schemeClr>
            </a:solidFill>
            <a:prstDash val="dash"/>
          </a:ln>
        </p:spPr>
        <p:style>
          <a:lnRef idx="2">
            <a:scrgbClr r="0" g="0" b="0"/>
          </a:lnRef>
          <a:fillRef idx="0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anchor="ctr"/>
          <a:lstStyle/>
          <a:p>
            <a:pPr algn="ctr"/>
            <a:endParaRPr sz="1400">
              <a:cs typeface="+mn-ea"/>
              <a:sym typeface="+mn-lt"/>
            </a:endParaRPr>
          </a:p>
        </p:txBody>
      </p:sp>
      <p:sp>
        <p:nvSpPr>
          <p:cNvPr id="13" name="Freeform: Shape 15"/>
          <p:cNvSpPr/>
          <p:nvPr>
            <p:custDataLst>
              <p:tags r:id="rId5"/>
            </p:custDataLst>
          </p:nvPr>
        </p:nvSpPr>
        <p:spPr>
          <a:xfrm rot="10800000">
            <a:off x="4314661" y="3016379"/>
            <a:ext cx="511487" cy="70734"/>
          </a:xfrm>
          <a:custGeom>
            <a:avLst/>
            <a:gdLst/>
            <a:ahLst/>
            <a:cxnLst/>
            <a:rect l="0" t="0" r="0" b="0"/>
            <a:pathLst>
              <a:path>
                <a:moveTo>
                  <a:pt x="0" y="28828"/>
                </a:moveTo>
                <a:lnTo>
                  <a:pt x="397611" y="28828"/>
                </a:lnTo>
              </a:path>
            </a:pathLst>
          </a:custGeom>
          <a:noFill/>
          <a:ln w="19050">
            <a:solidFill>
              <a:schemeClr val="tx1">
                <a:lumMod val="75000"/>
                <a:lumOff val="25000"/>
              </a:schemeClr>
            </a:solidFill>
            <a:prstDash val="dash"/>
          </a:ln>
        </p:spPr>
        <p:style>
          <a:lnRef idx="2">
            <a:scrgbClr r="0" g="0" b="0"/>
          </a:lnRef>
          <a:fillRef idx="0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anchor="ctr"/>
          <a:lstStyle/>
          <a:p>
            <a:pPr algn="ctr"/>
            <a:endParaRPr sz="1400">
              <a:cs typeface="+mn-ea"/>
              <a:sym typeface="+mn-lt"/>
            </a:endParaRPr>
          </a:p>
        </p:txBody>
      </p:sp>
      <p:sp>
        <p:nvSpPr>
          <p:cNvPr id="14" name="Freeform: Shape 15"/>
          <p:cNvSpPr/>
          <p:nvPr>
            <p:custDataLst>
              <p:tags r:id="rId6"/>
            </p:custDataLst>
          </p:nvPr>
        </p:nvSpPr>
        <p:spPr>
          <a:xfrm rot="10800000">
            <a:off x="6641301" y="3072894"/>
            <a:ext cx="511487" cy="70734"/>
          </a:xfrm>
          <a:custGeom>
            <a:avLst/>
            <a:gdLst/>
            <a:ahLst/>
            <a:cxnLst/>
            <a:rect l="0" t="0" r="0" b="0"/>
            <a:pathLst>
              <a:path>
                <a:moveTo>
                  <a:pt x="0" y="28828"/>
                </a:moveTo>
                <a:lnTo>
                  <a:pt x="397611" y="28828"/>
                </a:lnTo>
              </a:path>
            </a:pathLst>
          </a:custGeom>
          <a:noFill/>
          <a:ln w="19050">
            <a:solidFill>
              <a:schemeClr val="tx1">
                <a:lumMod val="75000"/>
                <a:lumOff val="25000"/>
              </a:schemeClr>
            </a:solidFill>
            <a:prstDash val="dash"/>
          </a:ln>
        </p:spPr>
        <p:style>
          <a:lnRef idx="2">
            <a:scrgbClr r="0" g="0" b="0"/>
          </a:lnRef>
          <a:fillRef idx="0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anchor="ctr"/>
          <a:lstStyle/>
          <a:p>
            <a:pPr algn="ctr"/>
            <a:endParaRPr sz="1400">
              <a:cs typeface="+mn-ea"/>
              <a:sym typeface="+mn-lt"/>
            </a:endParaRPr>
          </a:p>
        </p:txBody>
      </p:sp>
      <p:sp>
        <p:nvSpPr>
          <p:cNvPr id="15" name="Freeform: Shape 15"/>
          <p:cNvSpPr/>
          <p:nvPr>
            <p:custDataLst>
              <p:tags r:id="rId7"/>
            </p:custDataLst>
          </p:nvPr>
        </p:nvSpPr>
        <p:spPr>
          <a:xfrm rot="8640000">
            <a:off x="5076026" y="4004439"/>
            <a:ext cx="511487" cy="70734"/>
          </a:xfrm>
          <a:custGeom>
            <a:avLst/>
            <a:gdLst/>
            <a:ahLst/>
            <a:cxnLst/>
            <a:rect l="0" t="0" r="0" b="0"/>
            <a:pathLst>
              <a:path>
                <a:moveTo>
                  <a:pt x="0" y="28828"/>
                </a:moveTo>
                <a:lnTo>
                  <a:pt x="397611" y="28828"/>
                </a:lnTo>
              </a:path>
            </a:pathLst>
          </a:custGeom>
          <a:noFill/>
          <a:ln w="19050">
            <a:solidFill>
              <a:schemeClr val="tx1">
                <a:lumMod val="75000"/>
                <a:lumOff val="25000"/>
              </a:schemeClr>
            </a:solidFill>
            <a:prstDash val="dash"/>
          </a:ln>
        </p:spPr>
        <p:style>
          <a:lnRef idx="2">
            <a:scrgbClr r="0" g="0" b="0"/>
          </a:lnRef>
          <a:fillRef idx="0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anchor="ctr"/>
          <a:lstStyle/>
          <a:p>
            <a:pPr algn="ctr"/>
            <a:endParaRPr sz="1400">
              <a:cs typeface="+mn-ea"/>
              <a:sym typeface="+mn-lt"/>
            </a:endParaRPr>
          </a:p>
        </p:txBody>
      </p:sp>
      <p:sp>
        <p:nvSpPr>
          <p:cNvPr id="18" name="Freeform: Shape 15"/>
          <p:cNvSpPr/>
          <p:nvPr>
            <p:custDataLst>
              <p:tags r:id="rId8"/>
            </p:custDataLst>
          </p:nvPr>
        </p:nvSpPr>
        <p:spPr>
          <a:xfrm rot="13578400">
            <a:off x="5928196" y="3934589"/>
            <a:ext cx="511487" cy="70734"/>
          </a:xfrm>
          <a:custGeom>
            <a:avLst/>
            <a:gdLst/>
            <a:ahLst/>
            <a:cxnLst/>
            <a:rect l="0" t="0" r="0" b="0"/>
            <a:pathLst>
              <a:path>
                <a:moveTo>
                  <a:pt x="0" y="28828"/>
                </a:moveTo>
                <a:lnTo>
                  <a:pt x="397611" y="28828"/>
                </a:lnTo>
              </a:path>
            </a:pathLst>
          </a:custGeom>
          <a:noFill/>
          <a:ln w="19050">
            <a:solidFill>
              <a:schemeClr val="tx1">
                <a:lumMod val="75000"/>
                <a:lumOff val="25000"/>
              </a:schemeClr>
            </a:solidFill>
            <a:prstDash val="dash"/>
          </a:ln>
        </p:spPr>
        <p:style>
          <a:lnRef idx="2">
            <a:scrgbClr r="0" g="0" b="0"/>
          </a:lnRef>
          <a:fillRef idx="0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anchor="ctr"/>
          <a:lstStyle/>
          <a:p>
            <a:pPr algn="ctr"/>
            <a:endParaRPr sz="1400">
              <a:cs typeface="+mn-ea"/>
              <a:sym typeface="+mn-lt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6294444" y="2071000"/>
            <a:ext cx="1571971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>
              <a:buClrTx/>
              <a:buSzTx/>
              <a:buFontTx/>
            </a:pPr>
            <a:r>
              <a:rPr lang="zh-CN" altLang="en-US" b="1" dirty="0">
                <a:solidFill>
                  <a:schemeClr val="accent5"/>
                </a:solidFill>
                <a:latin typeface="楷体" panose="02010609060101010101" charset="-122"/>
                <a:ea typeface="楷体" panose="02010609060101010101" charset="-122"/>
                <a:sym typeface="+mn-ea"/>
              </a:rPr>
              <a:t>租户管理</a:t>
            </a:r>
            <a:endParaRPr lang="zh-CN" altLang="en-US" b="1" dirty="0">
              <a:solidFill>
                <a:schemeClr val="accent5"/>
              </a:solidFill>
              <a:latin typeface="楷体" panose="02010609060101010101" charset="-122"/>
              <a:ea typeface="楷体" panose="02010609060101010101" charset="-122"/>
              <a:sym typeface="+mn-ea"/>
            </a:endParaRPr>
          </a:p>
        </p:txBody>
      </p:sp>
      <p:sp>
        <p:nvSpPr>
          <p:cNvPr id="22" name="文本框 21"/>
          <p:cNvSpPr txBox="1"/>
          <p:nvPr>
            <p:custDataLst>
              <p:tags r:id="rId9"/>
            </p:custDataLst>
          </p:nvPr>
        </p:nvSpPr>
        <p:spPr>
          <a:xfrm>
            <a:off x="4249256" y="5363691"/>
            <a:ext cx="122618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1800" b="1" dirty="0">
                <a:solidFill>
                  <a:schemeClr val="accent5"/>
                </a:solidFill>
                <a:latin typeface="楷体" panose="02010609060101010101" charset="-122"/>
                <a:ea typeface="楷体" panose="02010609060101010101" charset="-122"/>
                <a:sym typeface="+mn-ea"/>
              </a:rPr>
              <a:t>课程管理</a:t>
            </a:r>
            <a:endParaRPr lang="zh-CN" altLang="en-US" sz="1800" b="1" dirty="0">
              <a:solidFill>
                <a:schemeClr val="accent5"/>
              </a:solidFill>
              <a:latin typeface="楷体" panose="02010609060101010101" charset="-122"/>
              <a:ea typeface="楷体" panose="02010609060101010101" charset="-122"/>
              <a:sym typeface="+mn-ea"/>
            </a:endParaRPr>
          </a:p>
        </p:txBody>
      </p:sp>
      <p:sp>
        <p:nvSpPr>
          <p:cNvPr id="25" name="文本框 24"/>
          <p:cNvSpPr txBox="1"/>
          <p:nvPr>
            <p:custDataLst>
              <p:tags r:id="rId10"/>
            </p:custDataLst>
          </p:nvPr>
        </p:nvSpPr>
        <p:spPr>
          <a:xfrm>
            <a:off x="7530465" y="3702685"/>
            <a:ext cx="114871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>
              <a:buClrTx/>
              <a:buSzTx/>
              <a:buFontTx/>
            </a:pPr>
            <a:r>
              <a:rPr lang="zh-CN" altLang="en-US" sz="1800" b="1" dirty="0">
                <a:solidFill>
                  <a:schemeClr val="accent5"/>
                </a:solidFill>
                <a:latin typeface="楷体" panose="02010609060101010101" charset="-122"/>
                <a:ea typeface="楷体" panose="02010609060101010101" charset="-122"/>
                <a:sym typeface="+mn-ea"/>
              </a:rPr>
              <a:t>咨询管理</a:t>
            </a:r>
            <a:endParaRPr lang="zh-CN" altLang="en-US" sz="1800" b="1" dirty="0">
              <a:solidFill>
                <a:schemeClr val="accent5"/>
              </a:solidFill>
              <a:latin typeface="楷体" panose="02010609060101010101" charset="-122"/>
              <a:ea typeface="楷体" panose="02010609060101010101" charset="-122"/>
              <a:sym typeface="+mn-ea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5205095" y="2870200"/>
            <a:ext cx="133096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000" b="1" dirty="0">
                <a:solidFill>
                  <a:schemeClr val="bg1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lt"/>
              </a:rPr>
              <a:t>管理平台</a:t>
            </a:r>
            <a:endParaRPr lang="zh-CN" altLang="en-US" sz="2000" b="1" dirty="0">
              <a:solidFill>
                <a:schemeClr val="bg1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  <a:sym typeface="+mn-lt"/>
            </a:endParaRPr>
          </a:p>
        </p:txBody>
      </p:sp>
      <p:sp>
        <p:nvSpPr>
          <p:cNvPr id="30" name="3d-printer_114686"/>
          <p:cNvSpPr>
            <a:spLocks noChangeAspect="1"/>
          </p:cNvSpPr>
          <p:nvPr>
            <p:custDataLst>
              <p:tags r:id="rId11"/>
            </p:custDataLst>
          </p:nvPr>
        </p:nvSpPr>
        <p:spPr bwMode="auto">
          <a:xfrm>
            <a:off x="4481830" y="4247694"/>
            <a:ext cx="660400" cy="756920"/>
          </a:xfrm>
          <a:custGeom>
            <a:avLst/>
            <a:gdLst>
              <a:gd name="connsiteX0" fmla="*/ 106508 w 266700"/>
              <a:gd name="connsiteY0" fmla="*/ 279400 h 336550"/>
              <a:gd name="connsiteX1" fmla="*/ 111703 w 266700"/>
              <a:gd name="connsiteY1" fmla="*/ 281998 h 336550"/>
              <a:gd name="connsiteX2" fmla="*/ 114301 w 266700"/>
              <a:gd name="connsiteY2" fmla="*/ 287194 h 336550"/>
              <a:gd name="connsiteX3" fmla="*/ 111703 w 266700"/>
              <a:gd name="connsiteY3" fmla="*/ 292389 h 336550"/>
              <a:gd name="connsiteX4" fmla="*/ 106508 w 266700"/>
              <a:gd name="connsiteY4" fmla="*/ 293688 h 336550"/>
              <a:gd name="connsiteX5" fmla="*/ 101312 w 266700"/>
              <a:gd name="connsiteY5" fmla="*/ 292389 h 336550"/>
              <a:gd name="connsiteX6" fmla="*/ 100013 w 266700"/>
              <a:gd name="connsiteY6" fmla="*/ 287194 h 336550"/>
              <a:gd name="connsiteX7" fmla="*/ 101312 w 266700"/>
              <a:gd name="connsiteY7" fmla="*/ 281998 h 336550"/>
              <a:gd name="connsiteX8" fmla="*/ 106508 w 266700"/>
              <a:gd name="connsiteY8" fmla="*/ 279400 h 336550"/>
              <a:gd name="connsiteX9" fmla="*/ 76200 w 266700"/>
              <a:gd name="connsiteY9" fmla="*/ 279400 h 336550"/>
              <a:gd name="connsiteX10" fmla="*/ 81492 w 266700"/>
              <a:gd name="connsiteY10" fmla="*/ 281998 h 336550"/>
              <a:gd name="connsiteX11" fmla="*/ 84138 w 266700"/>
              <a:gd name="connsiteY11" fmla="*/ 287194 h 336550"/>
              <a:gd name="connsiteX12" fmla="*/ 81492 w 266700"/>
              <a:gd name="connsiteY12" fmla="*/ 292389 h 336550"/>
              <a:gd name="connsiteX13" fmla="*/ 76200 w 266700"/>
              <a:gd name="connsiteY13" fmla="*/ 293688 h 336550"/>
              <a:gd name="connsiteX14" fmla="*/ 70909 w 266700"/>
              <a:gd name="connsiteY14" fmla="*/ 292389 h 336550"/>
              <a:gd name="connsiteX15" fmla="*/ 68263 w 266700"/>
              <a:gd name="connsiteY15" fmla="*/ 287194 h 336550"/>
              <a:gd name="connsiteX16" fmla="*/ 70909 w 266700"/>
              <a:gd name="connsiteY16" fmla="*/ 281998 h 336550"/>
              <a:gd name="connsiteX17" fmla="*/ 76200 w 266700"/>
              <a:gd name="connsiteY17" fmla="*/ 279400 h 336550"/>
              <a:gd name="connsiteX18" fmla="*/ 44594 w 266700"/>
              <a:gd name="connsiteY18" fmla="*/ 279400 h 336550"/>
              <a:gd name="connsiteX19" fmla="*/ 49790 w 266700"/>
              <a:gd name="connsiteY19" fmla="*/ 281998 h 336550"/>
              <a:gd name="connsiteX20" fmla="*/ 52388 w 266700"/>
              <a:gd name="connsiteY20" fmla="*/ 287194 h 336550"/>
              <a:gd name="connsiteX21" fmla="*/ 49790 w 266700"/>
              <a:gd name="connsiteY21" fmla="*/ 292389 h 336550"/>
              <a:gd name="connsiteX22" fmla="*/ 44594 w 266700"/>
              <a:gd name="connsiteY22" fmla="*/ 293688 h 336550"/>
              <a:gd name="connsiteX23" fmla="*/ 39399 w 266700"/>
              <a:gd name="connsiteY23" fmla="*/ 292389 h 336550"/>
              <a:gd name="connsiteX24" fmla="*/ 38100 w 266700"/>
              <a:gd name="connsiteY24" fmla="*/ 287194 h 336550"/>
              <a:gd name="connsiteX25" fmla="*/ 39399 w 266700"/>
              <a:gd name="connsiteY25" fmla="*/ 281998 h 336550"/>
              <a:gd name="connsiteX26" fmla="*/ 44594 w 266700"/>
              <a:gd name="connsiteY26" fmla="*/ 279400 h 336550"/>
              <a:gd name="connsiteX27" fmla="*/ 61913 w 266700"/>
              <a:gd name="connsiteY27" fmla="*/ 230188 h 336550"/>
              <a:gd name="connsiteX28" fmla="*/ 61913 w 266700"/>
              <a:gd name="connsiteY28" fmla="*/ 238126 h 336550"/>
              <a:gd name="connsiteX29" fmla="*/ 206376 w 266700"/>
              <a:gd name="connsiteY29" fmla="*/ 238126 h 336550"/>
              <a:gd name="connsiteX30" fmla="*/ 206376 w 266700"/>
              <a:gd name="connsiteY30" fmla="*/ 230188 h 336550"/>
              <a:gd name="connsiteX31" fmla="*/ 123649 w 266700"/>
              <a:gd name="connsiteY31" fmla="*/ 190500 h 336550"/>
              <a:gd name="connsiteX32" fmla="*/ 143052 w 266700"/>
              <a:gd name="connsiteY32" fmla="*/ 190500 h 336550"/>
              <a:gd name="connsiteX33" fmla="*/ 150813 w 266700"/>
              <a:gd name="connsiteY33" fmla="*/ 196994 h 336550"/>
              <a:gd name="connsiteX34" fmla="*/ 143052 w 266700"/>
              <a:gd name="connsiteY34" fmla="*/ 204788 h 336550"/>
              <a:gd name="connsiteX35" fmla="*/ 123649 w 266700"/>
              <a:gd name="connsiteY35" fmla="*/ 204788 h 336550"/>
              <a:gd name="connsiteX36" fmla="*/ 115888 w 266700"/>
              <a:gd name="connsiteY36" fmla="*/ 196994 h 336550"/>
              <a:gd name="connsiteX37" fmla="*/ 123649 w 266700"/>
              <a:gd name="connsiteY37" fmla="*/ 190500 h 336550"/>
              <a:gd name="connsiteX38" fmla="*/ 84402 w 266700"/>
              <a:gd name="connsiteY38" fmla="*/ 190500 h 336550"/>
              <a:gd name="connsiteX39" fmla="*/ 93663 w 266700"/>
              <a:gd name="connsiteY39" fmla="*/ 190500 h 336550"/>
              <a:gd name="connsiteX40" fmla="*/ 101601 w 266700"/>
              <a:gd name="connsiteY40" fmla="*/ 196994 h 336550"/>
              <a:gd name="connsiteX41" fmla="*/ 93663 w 266700"/>
              <a:gd name="connsiteY41" fmla="*/ 204788 h 336550"/>
              <a:gd name="connsiteX42" fmla="*/ 84402 w 266700"/>
              <a:gd name="connsiteY42" fmla="*/ 204788 h 336550"/>
              <a:gd name="connsiteX43" fmla="*/ 77788 w 266700"/>
              <a:gd name="connsiteY43" fmla="*/ 196994 h 336550"/>
              <a:gd name="connsiteX44" fmla="*/ 84402 w 266700"/>
              <a:gd name="connsiteY44" fmla="*/ 190500 h 336550"/>
              <a:gd name="connsiteX45" fmla="*/ 180976 w 266700"/>
              <a:gd name="connsiteY45" fmla="*/ 182563 h 336550"/>
              <a:gd name="connsiteX46" fmla="*/ 188913 w 266700"/>
              <a:gd name="connsiteY46" fmla="*/ 188736 h 336550"/>
              <a:gd name="connsiteX47" fmla="*/ 188913 w 266700"/>
              <a:gd name="connsiteY47" fmla="*/ 197380 h 336550"/>
              <a:gd name="connsiteX48" fmla="*/ 180976 w 266700"/>
              <a:gd name="connsiteY48" fmla="*/ 204788 h 336550"/>
              <a:gd name="connsiteX49" fmla="*/ 171715 w 266700"/>
              <a:gd name="connsiteY49" fmla="*/ 204788 h 336550"/>
              <a:gd name="connsiteX50" fmla="*/ 165100 w 266700"/>
              <a:gd name="connsiteY50" fmla="*/ 197380 h 336550"/>
              <a:gd name="connsiteX51" fmla="*/ 171715 w 266700"/>
              <a:gd name="connsiteY51" fmla="*/ 191206 h 336550"/>
              <a:gd name="connsiteX52" fmla="*/ 174361 w 266700"/>
              <a:gd name="connsiteY52" fmla="*/ 191206 h 336550"/>
              <a:gd name="connsiteX53" fmla="*/ 174361 w 266700"/>
              <a:gd name="connsiteY53" fmla="*/ 188736 h 336550"/>
              <a:gd name="connsiteX54" fmla="*/ 180976 w 266700"/>
              <a:gd name="connsiteY54" fmla="*/ 182563 h 336550"/>
              <a:gd name="connsiteX55" fmla="*/ 179388 w 266700"/>
              <a:gd name="connsiteY55" fmla="*/ 134938 h 336550"/>
              <a:gd name="connsiteX56" fmla="*/ 179388 w 266700"/>
              <a:gd name="connsiteY56" fmla="*/ 150813 h 336550"/>
              <a:gd name="connsiteX57" fmla="*/ 184151 w 266700"/>
              <a:gd name="connsiteY57" fmla="*/ 150813 h 336550"/>
              <a:gd name="connsiteX58" fmla="*/ 184151 w 266700"/>
              <a:gd name="connsiteY58" fmla="*/ 134938 h 336550"/>
              <a:gd name="connsiteX59" fmla="*/ 41275 w 266700"/>
              <a:gd name="connsiteY59" fmla="*/ 107950 h 336550"/>
              <a:gd name="connsiteX60" fmla="*/ 41275 w 266700"/>
              <a:gd name="connsiteY60" fmla="*/ 238125 h 336550"/>
              <a:gd name="connsiteX61" fmla="*/ 47815 w 266700"/>
              <a:gd name="connsiteY61" fmla="*/ 238125 h 336550"/>
              <a:gd name="connsiteX62" fmla="*/ 47815 w 266700"/>
              <a:gd name="connsiteY62" fmla="*/ 222346 h 336550"/>
              <a:gd name="connsiteX63" fmla="*/ 55663 w 266700"/>
              <a:gd name="connsiteY63" fmla="*/ 214457 h 336550"/>
              <a:gd name="connsiteX64" fmla="*/ 212625 w 266700"/>
              <a:gd name="connsiteY64" fmla="*/ 214457 h 336550"/>
              <a:gd name="connsiteX65" fmla="*/ 220473 w 266700"/>
              <a:gd name="connsiteY65" fmla="*/ 222346 h 336550"/>
              <a:gd name="connsiteX66" fmla="*/ 220473 w 266700"/>
              <a:gd name="connsiteY66" fmla="*/ 238125 h 336550"/>
              <a:gd name="connsiteX67" fmla="*/ 227013 w 266700"/>
              <a:gd name="connsiteY67" fmla="*/ 238125 h 336550"/>
              <a:gd name="connsiteX68" fmla="*/ 227013 w 266700"/>
              <a:gd name="connsiteY68" fmla="*/ 107950 h 336550"/>
              <a:gd name="connsiteX69" fmla="*/ 208701 w 266700"/>
              <a:gd name="connsiteY69" fmla="*/ 107950 h 336550"/>
              <a:gd name="connsiteX70" fmla="*/ 208701 w 266700"/>
              <a:gd name="connsiteY70" fmla="*/ 126358 h 336550"/>
              <a:gd name="connsiteX71" fmla="*/ 200853 w 266700"/>
              <a:gd name="connsiteY71" fmla="*/ 134248 h 336550"/>
              <a:gd name="connsiteX72" fmla="*/ 199545 w 266700"/>
              <a:gd name="connsiteY72" fmla="*/ 134248 h 336550"/>
              <a:gd name="connsiteX73" fmla="*/ 199545 w 266700"/>
              <a:gd name="connsiteY73" fmla="*/ 156601 h 336550"/>
              <a:gd name="connsiteX74" fmla="*/ 191697 w 266700"/>
              <a:gd name="connsiteY74" fmla="*/ 164491 h 336550"/>
              <a:gd name="connsiteX75" fmla="*/ 189081 w 266700"/>
              <a:gd name="connsiteY75" fmla="*/ 164491 h 336550"/>
              <a:gd name="connsiteX76" fmla="*/ 189081 w 266700"/>
              <a:gd name="connsiteY76" fmla="*/ 165805 h 336550"/>
              <a:gd name="connsiteX77" fmla="*/ 181233 w 266700"/>
              <a:gd name="connsiteY77" fmla="*/ 173695 h 336550"/>
              <a:gd name="connsiteX78" fmla="*/ 174693 w 266700"/>
              <a:gd name="connsiteY78" fmla="*/ 165805 h 336550"/>
              <a:gd name="connsiteX79" fmla="*/ 174693 w 266700"/>
              <a:gd name="connsiteY79" fmla="*/ 164491 h 336550"/>
              <a:gd name="connsiteX80" fmla="*/ 172077 w 266700"/>
              <a:gd name="connsiteY80" fmla="*/ 164491 h 336550"/>
              <a:gd name="connsiteX81" fmla="*/ 164229 w 266700"/>
              <a:gd name="connsiteY81" fmla="*/ 156601 h 336550"/>
              <a:gd name="connsiteX82" fmla="*/ 164229 w 266700"/>
              <a:gd name="connsiteY82" fmla="*/ 134248 h 336550"/>
              <a:gd name="connsiteX83" fmla="*/ 161613 w 266700"/>
              <a:gd name="connsiteY83" fmla="*/ 134248 h 336550"/>
              <a:gd name="connsiteX84" fmla="*/ 155072 w 266700"/>
              <a:gd name="connsiteY84" fmla="*/ 126358 h 336550"/>
              <a:gd name="connsiteX85" fmla="*/ 155072 w 266700"/>
              <a:gd name="connsiteY85" fmla="*/ 107950 h 336550"/>
              <a:gd name="connsiteX86" fmla="*/ 41275 w 266700"/>
              <a:gd name="connsiteY86" fmla="*/ 107950 h 336550"/>
              <a:gd name="connsiteX87" fmla="*/ 209550 w 266700"/>
              <a:gd name="connsiteY87" fmla="*/ 85725 h 336550"/>
              <a:gd name="connsiteX88" fmla="*/ 209550 w 266700"/>
              <a:gd name="connsiteY88" fmla="*/ 93663 h 336550"/>
              <a:gd name="connsiteX89" fmla="*/ 227013 w 266700"/>
              <a:gd name="connsiteY89" fmla="*/ 93663 h 336550"/>
              <a:gd name="connsiteX90" fmla="*/ 227013 w 266700"/>
              <a:gd name="connsiteY90" fmla="*/ 85725 h 336550"/>
              <a:gd name="connsiteX91" fmla="*/ 41275 w 266700"/>
              <a:gd name="connsiteY91" fmla="*/ 85725 h 336550"/>
              <a:gd name="connsiteX92" fmla="*/ 41275 w 266700"/>
              <a:gd name="connsiteY92" fmla="*/ 93663 h 336550"/>
              <a:gd name="connsiteX93" fmla="*/ 155575 w 266700"/>
              <a:gd name="connsiteY93" fmla="*/ 93663 h 336550"/>
              <a:gd name="connsiteX94" fmla="*/ 155575 w 266700"/>
              <a:gd name="connsiteY94" fmla="*/ 85725 h 336550"/>
              <a:gd name="connsiteX95" fmla="*/ 169863 w 266700"/>
              <a:gd name="connsiteY95" fmla="*/ 69850 h 336550"/>
              <a:gd name="connsiteX96" fmla="*/ 169863 w 266700"/>
              <a:gd name="connsiteY96" fmla="*/ 120650 h 336550"/>
              <a:gd name="connsiteX97" fmla="*/ 193676 w 266700"/>
              <a:gd name="connsiteY97" fmla="*/ 120650 h 336550"/>
              <a:gd name="connsiteX98" fmla="*/ 193676 w 266700"/>
              <a:gd name="connsiteY98" fmla="*/ 69850 h 336550"/>
              <a:gd name="connsiteX99" fmla="*/ 41275 w 266700"/>
              <a:gd name="connsiteY99" fmla="*/ 39688 h 336550"/>
              <a:gd name="connsiteX100" fmla="*/ 41275 w 266700"/>
              <a:gd name="connsiteY100" fmla="*/ 71438 h 336550"/>
              <a:gd name="connsiteX101" fmla="*/ 155072 w 266700"/>
              <a:gd name="connsiteY101" fmla="*/ 71438 h 336550"/>
              <a:gd name="connsiteX102" fmla="*/ 155072 w 266700"/>
              <a:gd name="connsiteY102" fmla="*/ 63500 h 336550"/>
              <a:gd name="connsiteX103" fmla="*/ 161613 w 266700"/>
              <a:gd name="connsiteY103" fmla="*/ 55563 h 336550"/>
              <a:gd name="connsiteX104" fmla="*/ 200853 w 266700"/>
              <a:gd name="connsiteY104" fmla="*/ 55563 h 336550"/>
              <a:gd name="connsiteX105" fmla="*/ 208701 w 266700"/>
              <a:gd name="connsiteY105" fmla="*/ 63500 h 336550"/>
              <a:gd name="connsiteX106" fmla="*/ 208701 w 266700"/>
              <a:gd name="connsiteY106" fmla="*/ 71438 h 336550"/>
              <a:gd name="connsiteX107" fmla="*/ 227013 w 266700"/>
              <a:gd name="connsiteY107" fmla="*/ 71438 h 336550"/>
              <a:gd name="connsiteX108" fmla="*/ 227013 w 266700"/>
              <a:gd name="connsiteY108" fmla="*/ 39688 h 336550"/>
              <a:gd name="connsiteX109" fmla="*/ 33357 w 266700"/>
              <a:gd name="connsiteY109" fmla="*/ 25400 h 336550"/>
              <a:gd name="connsiteX110" fmla="*/ 236258 w 266700"/>
              <a:gd name="connsiteY110" fmla="*/ 25400 h 336550"/>
              <a:gd name="connsiteX111" fmla="*/ 242888 w 266700"/>
              <a:gd name="connsiteY111" fmla="*/ 33283 h 336550"/>
              <a:gd name="connsiteX112" fmla="*/ 242888 w 266700"/>
              <a:gd name="connsiteY112" fmla="*/ 246117 h 336550"/>
              <a:gd name="connsiteX113" fmla="*/ 236258 w 266700"/>
              <a:gd name="connsiteY113" fmla="*/ 254000 h 336550"/>
              <a:gd name="connsiteX114" fmla="*/ 33357 w 266700"/>
              <a:gd name="connsiteY114" fmla="*/ 254000 h 336550"/>
              <a:gd name="connsiteX115" fmla="*/ 25400 w 266700"/>
              <a:gd name="connsiteY115" fmla="*/ 246117 h 336550"/>
              <a:gd name="connsiteX116" fmla="*/ 25400 w 266700"/>
              <a:gd name="connsiteY116" fmla="*/ 33283 h 336550"/>
              <a:gd name="connsiteX117" fmla="*/ 33357 w 266700"/>
              <a:gd name="connsiteY117" fmla="*/ 25400 h 336550"/>
              <a:gd name="connsiteX118" fmla="*/ 14288 w 266700"/>
              <a:gd name="connsiteY118" fmla="*/ 14288 h 336550"/>
              <a:gd name="connsiteX119" fmla="*/ 14288 w 266700"/>
              <a:gd name="connsiteY119" fmla="*/ 322263 h 336550"/>
              <a:gd name="connsiteX120" fmla="*/ 250826 w 266700"/>
              <a:gd name="connsiteY120" fmla="*/ 322263 h 336550"/>
              <a:gd name="connsiteX121" fmla="*/ 250826 w 266700"/>
              <a:gd name="connsiteY121" fmla="*/ 14288 h 336550"/>
              <a:gd name="connsiteX122" fmla="*/ 6601 w 266700"/>
              <a:gd name="connsiteY122" fmla="*/ 0 h 336550"/>
              <a:gd name="connsiteX123" fmla="*/ 260099 w 266700"/>
              <a:gd name="connsiteY123" fmla="*/ 0 h 336550"/>
              <a:gd name="connsiteX124" fmla="*/ 266700 w 266700"/>
              <a:gd name="connsiteY124" fmla="*/ 7888 h 336550"/>
              <a:gd name="connsiteX125" fmla="*/ 266700 w 266700"/>
              <a:gd name="connsiteY125" fmla="*/ 328662 h 336550"/>
              <a:gd name="connsiteX126" fmla="*/ 260099 w 266700"/>
              <a:gd name="connsiteY126" fmla="*/ 336550 h 336550"/>
              <a:gd name="connsiteX127" fmla="*/ 6601 w 266700"/>
              <a:gd name="connsiteY127" fmla="*/ 336550 h 336550"/>
              <a:gd name="connsiteX128" fmla="*/ 0 w 266700"/>
              <a:gd name="connsiteY128" fmla="*/ 328662 h 336550"/>
              <a:gd name="connsiteX129" fmla="*/ 0 w 266700"/>
              <a:gd name="connsiteY129" fmla="*/ 7888 h 336550"/>
              <a:gd name="connsiteX130" fmla="*/ 6601 w 266700"/>
              <a:gd name="connsiteY130" fmla="*/ 0 h 336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</a:cxnLst>
            <a:rect l="l" t="t" r="r" b="b"/>
            <a:pathLst>
              <a:path w="266700" h="336550">
                <a:moveTo>
                  <a:pt x="106508" y="279400"/>
                </a:moveTo>
                <a:cubicBezTo>
                  <a:pt x="109106" y="279400"/>
                  <a:pt x="110405" y="280699"/>
                  <a:pt x="111703" y="281998"/>
                </a:cubicBezTo>
                <a:cubicBezTo>
                  <a:pt x="113002" y="283297"/>
                  <a:pt x="114301" y="284596"/>
                  <a:pt x="114301" y="287194"/>
                </a:cubicBezTo>
                <a:cubicBezTo>
                  <a:pt x="114301" y="288492"/>
                  <a:pt x="113002" y="291090"/>
                  <a:pt x="111703" y="292389"/>
                </a:cubicBezTo>
                <a:cubicBezTo>
                  <a:pt x="110405" y="293688"/>
                  <a:pt x="109106" y="293688"/>
                  <a:pt x="106508" y="293688"/>
                </a:cubicBezTo>
                <a:cubicBezTo>
                  <a:pt x="105209" y="293688"/>
                  <a:pt x="102611" y="293688"/>
                  <a:pt x="101312" y="292389"/>
                </a:cubicBezTo>
                <a:cubicBezTo>
                  <a:pt x="100013" y="291090"/>
                  <a:pt x="100013" y="288492"/>
                  <a:pt x="100013" y="287194"/>
                </a:cubicBezTo>
                <a:cubicBezTo>
                  <a:pt x="100013" y="284596"/>
                  <a:pt x="100013" y="283297"/>
                  <a:pt x="101312" y="281998"/>
                </a:cubicBezTo>
                <a:cubicBezTo>
                  <a:pt x="102611" y="280699"/>
                  <a:pt x="105209" y="279400"/>
                  <a:pt x="106508" y="279400"/>
                </a:cubicBezTo>
                <a:close/>
                <a:moveTo>
                  <a:pt x="76200" y="279400"/>
                </a:moveTo>
                <a:cubicBezTo>
                  <a:pt x="77523" y="279400"/>
                  <a:pt x="80169" y="280699"/>
                  <a:pt x="81492" y="281998"/>
                </a:cubicBezTo>
                <a:cubicBezTo>
                  <a:pt x="82815" y="283297"/>
                  <a:pt x="84138" y="284596"/>
                  <a:pt x="84138" y="287194"/>
                </a:cubicBezTo>
                <a:cubicBezTo>
                  <a:pt x="84138" y="288492"/>
                  <a:pt x="82815" y="291090"/>
                  <a:pt x="81492" y="292389"/>
                </a:cubicBezTo>
                <a:cubicBezTo>
                  <a:pt x="80169" y="293688"/>
                  <a:pt x="77523" y="293688"/>
                  <a:pt x="76200" y="293688"/>
                </a:cubicBezTo>
                <a:cubicBezTo>
                  <a:pt x="73554" y="293688"/>
                  <a:pt x="72232" y="293688"/>
                  <a:pt x="70909" y="292389"/>
                </a:cubicBezTo>
                <a:cubicBezTo>
                  <a:pt x="69586" y="291090"/>
                  <a:pt x="68263" y="288492"/>
                  <a:pt x="68263" y="287194"/>
                </a:cubicBezTo>
                <a:cubicBezTo>
                  <a:pt x="68263" y="284596"/>
                  <a:pt x="69586" y="283297"/>
                  <a:pt x="70909" y="281998"/>
                </a:cubicBezTo>
                <a:cubicBezTo>
                  <a:pt x="72232" y="280699"/>
                  <a:pt x="73554" y="279400"/>
                  <a:pt x="76200" y="279400"/>
                </a:cubicBezTo>
                <a:close/>
                <a:moveTo>
                  <a:pt x="44594" y="279400"/>
                </a:moveTo>
                <a:cubicBezTo>
                  <a:pt x="47192" y="279400"/>
                  <a:pt x="48491" y="280699"/>
                  <a:pt x="49790" y="281998"/>
                </a:cubicBezTo>
                <a:cubicBezTo>
                  <a:pt x="51089" y="283297"/>
                  <a:pt x="52388" y="284596"/>
                  <a:pt x="52388" y="287194"/>
                </a:cubicBezTo>
                <a:cubicBezTo>
                  <a:pt x="52388" y="288492"/>
                  <a:pt x="51089" y="291090"/>
                  <a:pt x="49790" y="292389"/>
                </a:cubicBezTo>
                <a:cubicBezTo>
                  <a:pt x="48491" y="293688"/>
                  <a:pt x="47192" y="293688"/>
                  <a:pt x="44594" y="293688"/>
                </a:cubicBezTo>
                <a:cubicBezTo>
                  <a:pt x="43295" y="293688"/>
                  <a:pt x="40698" y="293688"/>
                  <a:pt x="39399" y="292389"/>
                </a:cubicBezTo>
                <a:cubicBezTo>
                  <a:pt x="38100" y="291090"/>
                  <a:pt x="38100" y="288492"/>
                  <a:pt x="38100" y="287194"/>
                </a:cubicBezTo>
                <a:cubicBezTo>
                  <a:pt x="38100" y="284596"/>
                  <a:pt x="38100" y="283297"/>
                  <a:pt x="39399" y="281998"/>
                </a:cubicBezTo>
                <a:cubicBezTo>
                  <a:pt x="40698" y="280699"/>
                  <a:pt x="43295" y="279400"/>
                  <a:pt x="44594" y="279400"/>
                </a:cubicBezTo>
                <a:close/>
                <a:moveTo>
                  <a:pt x="61913" y="230188"/>
                </a:moveTo>
                <a:lnTo>
                  <a:pt x="61913" y="238126"/>
                </a:lnTo>
                <a:lnTo>
                  <a:pt x="206376" y="238126"/>
                </a:lnTo>
                <a:lnTo>
                  <a:pt x="206376" y="230188"/>
                </a:lnTo>
                <a:close/>
                <a:moveTo>
                  <a:pt x="123649" y="190500"/>
                </a:moveTo>
                <a:cubicBezTo>
                  <a:pt x="123649" y="190500"/>
                  <a:pt x="123649" y="190500"/>
                  <a:pt x="143052" y="190500"/>
                </a:cubicBezTo>
                <a:cubicBezTo>
                  <a:pt x="146933" y="190500"/>
                  <a:pt x="150813" y="193098"/>
                  <a:pt x="150813" y="196994"/>
                </a:cubicBezTo>
                <a:cubicBezTo>
                  <a:pt x="150813" y="200891"/>
                  <a:pt x="146933" y="204788"/>
                  <a:pt x="143052" y="204788"/>
                </a:cubicBezTo>
                <a:cubicBezTo>
                  <a:pt x="143052" y="204788"/>
                  <a:pt x="143052" y="204788"/>
                  <a:pt x="123649" y="204788"/>
                </a:cubicBezTo>
                <a:cubicBezTo>
                  <a:pt x="118475" y="204788"/>
                  <a:pt x="115888" y="200891"/>
                  <a:pt x="115888" y="196994"/>
                </a:cubicBezTo>
                <a:cubicBezTo>
                  <a:pt x="115888" y="193098"/>
                  <a:pt x="118475" y="190500"/>
                  <a:pt x="123649" y="190500"/>
                </a:cubicBezTo>
                <a:close/>
                <a:moveTo>
                  <a:pt x="84402" y="190500"/>
                </a:moveTo>
                <a:cubicBezTo>
                  <a:pt x="84402" y="190500"/>
                  <a:pt x="84402" y="190500"/>
                  <a:pt x="93663" y="190500"/>
                </a:cubicBezTo>
                <a:cubicBezTo>
                  <a:pt x="97632" y="190500"/>
                  <a:pt x="101601" y="193098"/>
                  <a:pt x="101601" y="196994"/>
                </a:cubicBezTo>
                <a:cubicBezTo>
                  <a:pt x="101601" y="200891"/>
                  <a:pt x="97632" y="204788"/>
                  <a:pt x="93663" y="204788"/>
                </a:cubicBezTo>
                <a:cubicBezTo>
                  <a:pt x="93663" y="204788"/>
                  <a:pt x="93663" y="204788"/>
                  <a:pt x="84402" y="204788"/>
                </a:cubicBezTo>
                <a:cubicBezTo>
                  <a:pt x="80434" y="204788"/>
                  <a:pt x="77788" y="200891"/>
                  <a:pt x="77788" y="196994"/>
                </a:cubicBezTo>
                <a:cubicBezTo>
                  <a:pt x="77788" y="193098"/>
                  <a:pt x="80434" y="190500"/>
                  <a:pt x="84402" y="190500"/>
                </a:cubicBezTo>
                <a:close/>
                <a:moveTo>
                  <a:pt x="180976" y="182563"/>
                </a:moveTo>
                <a:cubicBezTo>
                  <a:pt x="184944" y="182563"/>
                  <a:pt x="188913" y="185032"/>
                  <a:pt x="188913" y="188736"/>
                </a:cubicBezTo>
                <a:cubicBezTo>
                  <a:pt x="188913" y="188736"/>
                  <a:pt x="188913" y="188736"/>
                  <a:pt x="188913" y="197380"/>
                </a:cubicBezTo>
                <a:cubicBezTo>
                  <a:pt x="188913" y="201084"/>
                  <a:pt x="184944" y="204788"/>
                  <a:pt x="180976" y="204788"/>
                </a:cubicBezTo>
                <a:cubicBezTo>
                  <a:pt x="180976" y="204788"/>
                  <a:pt x="180976" y="204788"/>
                  <a:pt x="171715" y="204788"/>
                </a:cubicBezTo>
                <a:cubicBezTo>
                  <a:pt x="167746" y="204788"/>
                  <a:pt x="165100" y="201084"/>
                  <a:pt x="165100" y="197380"/>
                </a:cubicBezTo>
                <a:cubicBezTo>
                  <a:pt x="165100" y="193675"/>
                  <a:pt x="167746" y="191206"/>
                  <a:pt x="171715" y="191206"/>
                </a:cubicBezTo>
                <a:cubicBezTo>
                  <a:pt x="171715" y="191206"/>
                  <a:pt x="171715" y="191206"/>
                  <a:pt x="174361" y="191206"/>
                </a:cubicBezTo>
                <a:cubicBezTo>
                  <a:pt x="174361" y="191206"/>
                  <a:pt x="174361" y="191206"/>
                  <a:pt x="174361" y="188736"/>
                </a:cubicBezTo>
                <a:cubicBezTo>
                  <a:pt x="174361" y="185032"/>
                  <a:pt x="177007" y="182563"/>
                  <a:pt x="180976" y="182563"/>
                </a:cubicBezTo>
                <a:close/>
                <a:moveTo>
                  <a:pt x="179388" y="134938"/>
                </a:moveTo>
                <a:lnTo>
                  <a:pt x="179388" y="150813"/>
                </a:lnTo>
                <a:lnTo>
                  <a:pt x="184151" y="150813"/>
                </a:lnTo>
                <a:lnTo>
                  <a:pt x="184151" y="134938"/>
                </a:lnTo>
                <a:close/>
                <a:moveTo>
                  <a:pt x="41275" y="107950"/>
                </a:moveTo>
                <a:cubicBezTo>
                  <a:pt x="41275" y="107950"/>
                  <a:pt x="41275" y="107950"/>
                  <a:pt x="41275" y="238125"/>
                </a:cubicBezTo>
                <a:cubicBezTo>
                  <a:pt x="41275" y="238125"/>
                  <a:pt x="41275" y="238125"/>
                  <a:pt x="47815" y="238125"/>
                </a:cubicBezTo>
                <a:cubicBezTo>
                  <a:pt x="47815" y="238125"/>
                  <a:pt x="47815" y="238125"/>
                  <a:pt x="47815" y="222346"/>
                </a:cubicBezTo>
                <a:cubicBezTo>
                  <a:pt x="47815" y="218401"/>
                  <a:pt x="51739" y="214457"/>
                  <a:pt x="55663" y="214457"/>
                </a:cubicBezTo>
                <a:cubicBezTo>
                  <a:pt x="55663" y="214457"/>
                  <a:pt x="55663" y="214457"/>
                  <a:pt x="212625" y="214457"/>
                </a:cubicBezTo>
                <a:cubicBezTo>
                  <a:pt x="217857" y="214457"/>
                  <a:pt x="220473" y="218401"/>
                  <a:pt x="220473" y="222346"/>
                </a:cubicBezTo>
                <a:cubicBezTo>
                  <a:pt x="220473" y="222346"/>
                  <a:pt x="220473" y="222346"/>
                  <a:pt x="220473" y="238125"/>
                </a:cubicBezTo>
                <a:lnTo>
                  <a:pt x="227013" y="238125"/>
                </a:lnTo>
                <a:cubicBezTo>
                  <a:pt x="227013" y="238125"/>
                  <a:pt x="227013" y="238125"/>
                  <a:pt x="227013" y="107950"/>
                </a:cubicBezTo>
                <a:cubicBezTo>
                  <a:pt x="227013" y="107950"/>
                  <a:pt x="227013" y="107950"/>
                  <a:pt x="208701" y="107950"/>
                </a:cubicBezTo>
                <a:cubicBezTo>
                  <a:pt x="208701" y="107950"/>
                  <a:pt x="208701" y="107950"/>
                  <a:pt x="208701" y="126358"/>
                </a:cubicBezTo>
                <a:cubicBezTo>
                  <a:pt x="208701" y="131618"/>
                  <a:pt x="204777" y="134248"/>
                  <a:pt x="200853" y="134248"/>
                </a:cubicBezTo>
                <a:cubicBezTo>
                  <a:pt x="200853" y="134248"/>
                  <a:pt x="200853" y="134248"/>
                  <a:pt x="199545" y="134248"/>
                </a:cubicBezTo>
                <a:cubicBezTo>
                  <a:pt x="199545" y="134248"/>
                  <a:pt x="199545" y="134248"/>
                  <a:pt x="199545" y="156601"/>
                </a:cubicBezTo>
                <a:cubicBezTo>
                  <a:pt x="199545" y="161861"/>
                  <a:pt x="195621" y="164491"/>
                  <a:pt x="191697" y="164491"/>
                </a:cubicBezTo>
                <a:cubicBezTo>
                  <a:pt x="191697" y="164491"/>
                  <a:pt x="191697" y="164491"/>
                  <a:pt x="189081" y="164491"/>
                </a:cubicBezTo>
                <a:cubicBezTo>
                  <a:pt x="189081" y="164491"/>
                  <a:pt x="189081" y="164491"/>
                  <a:pt x="189081" y="165805"/>
                </a:cubicBezTo>
                <a:cubicBezTo>
                  <a:pt x="189081" y="169750"/>
                  <a:pt x="185157" y="173695"/>
                  <a:pt x="181233" y="173695"/>
                </a:cubicBezTo>
                <a:cubicBezTo>
                  <a:pt x="177309" y="173695"/>
                  <a:pt x="174693" y="169750"/>
                  <a:pt x="174693" y="165805"/>
                </a:cubicBezTo>
                <a:cubicBezTo>
                  <a:pt x="174693" y="165805"/>
                  <a:pt x="174693" y="165805"/>
                  <a:pt x="174693" y="164491"/>
                </a:cubicBezTo>
                <a:cubicBezTo>
                  <a:pt x="174693" y="164491"/>
                  <a:pt x="174693" y="164491"/>
                  <a:pt x="172077" y="164491"/>
                </a:cubicBezTo>
                <a:cubicBezTo>
                  <a:pt x="166845" y="164491"/>
                  <a:pt x="164229" y="161861"/>
                  <a:pt x="164229" y="156601"/>
                </a:cubicBezTo>
                <a:cubicBezTo>
                  <a:pt x="164229" y="156601"/>
                  <a:pt x="164229" y="156601"/>
                  <a:pt x="164229" y="134248"/>
                </a:cubicBezTo>
                <a:cubicBezTo>
                  <a:pt x="164229" y="134248"/>
                  <a:pt x="164229" y="134248"/>
                  <a:pt x="161613" y="134248"/>
                </a:cubicBezTo>
                <a:cubicBezTo>
                  <a:pt x="157688" y="134248"/>
                  <a:pt x="155072" y="131618"/>
                  <a:pt x="155072" y="126358"/>
                </a:cubicBezTo>
                <a:cubicBezTo>
                  <a:pt x="155072" y="126358"/>
                  <a:pt x="155072" y="126358"/>
                  <a:pt x="155072" y="107950"/>
                </a:cubicBezTo>
                <a:cubicBezTo>
                  <a:pt x="155072" y="107950"/>
                  <a:pt x="155072" y="107950"/>
                  <a:pt x="41275" y="107950"/>
                </a:cubicBezTo>
                <a:close/>
                <a:moveTo>
                  <a:pt x="209550" y="85725"/>
                </a:moveTo>
                <a:lnTo>
                  <a:pt x="209550" y="93663"/>
                </a:lnTo>
                <a:lnTo>
                  <a:pt x="227013" y="93663"/>
                </a:lnTo>
                <a:lnTo>
                  <a:pt x="227013" y="85725"/>
                </a:lnTo>
                <a:close/>
                <a:moveTo>
                  <a:pt x="41275" y="85725"/>
                </a:moveTo>
                <a:lnTo>
                  <a:pt x="41275" y="93663"/>
                </a:lnTo>
                <a:lnTo>
                  <a:pt x="155575" y="93663"/>
                </a:lnTo>
                <a:lnTo>
                  <a:pt x="155575" y="85725"/>
                </a:lnTo>
                <a:close/>
                <a:moveTo>
                  <a:pt x="169863" y="69850"/>
                </a:moveTo>
                <a:lnTo>
                  <a:pt x="169863" y="120650"/>
                </a:lnTo>
                <a:lnTo>
                  <a:pt x="193676" y="120650"/>
                </a:lnTo>
                <a:lnTo>
                  <a:pt x="193676" y="69850"/>
                </a:lnTo>
                <a:close/>
                <a:moveTo>
                  <a:pt x="41275" y="39688"/>
                </a:moveTo>
                <a:cubicBezTo>
                  <a:pt x="41275" y="39688"/>
                  <a:pt x="41275" y="39688"/>
                  <a:pt x="41275" y="71438"/>
                </a:cubicBezTo>
                <a:cubicBezTo>
                  <a:pt x="41275" y="71438"/>
                  <a:pt x="41275" y="71438"/>
                  <a:pt x="155072" y="71438"/>
                </a:cubicBezTo>
                <a:cubicBezTo>
                  <a:pt x="155072" y="71438"/>
                  <a:pt x="155072" y="71438"/>
                  <a:pt x="155072" y="63500"/>
                </a:cubicBezTo>
                <a:cubicBezTo>
                  <a:pt x="155072" y="58209"/>
                  <a:pt x="157688" y="55563"/>
                  <a:pt x="161613" y="55563"/>
                </a:cubicBezTo>
                <a:cubicBezTo>
                  <a:pt x="161613" y="55563"/>
                  <a:pt x="161613" y="55563"/>
                  <a:pt x="200853" y="55563"/>
                </a:cubicBezTo>
                <a:cubicBezTo>
                  <a:pt x="204777" y="55563"/>
                  <a:pt x="208701" y="58209"/>
                  <a:pt x="208701" y="63500"/>
                </a:cubicBezTo>
                <a:cubicBezTo>
                  <a:pt x="208701" y="63500"/>
                  <a:pt x="208701" y="63500"/>
                  <a:pt x="208701" y="71438"/>
                </a:cubicBezTo>
                <a:cubicBezTo>
                  <a:pt x="208701" y="71438"/>
                  <a:pt x="208701" y="71438"/>
                  <a:pt x="227013" y="71438"/>
                </a:cubicBezTo>
                <a:cubicBezTo>
                  <a:pt x="227013" y="71438"/>
                  <a:pt x="227013" y="71438"/>
                  <a:pt x="227013" y="39688"/>
                </a:cubicBezTo>
                <a:close/>
                <a:moveTo>
                  <a:pt x="33357" y="25400"/>
                </a:moveTo>
                <a:cubicBezTo>
                  <a:pt x="33357" y="25400"/>
                  <a:pt x="33357" y="25400"/>
                  <a:pt x="236258" y="25400"/>
                </a:cubicBezTo>
                <a:cubicBezTo>
                  <a:pt x="240236" y="25400"/>
                  <a:pt x="242888" y="29341"/>
                  <a:pt x="242888" y="33283"/>
                </a:cubicBezTo>
                <a:cubicBezTo>
                  <a:pt x="242888" y="33283"/>
                  <a:pt x="242888" y="33283"/>
                  <a:pt x="242888" y="246117"/>
                </a:cubicBezTo>
                <a:cubicBezTo>
                  <a:pt x="242888" y="250058"/>
                  <a:pt x="240236" y="254000"/>
                  <a:pt x="236258" y="254000"/>
                </a:cubicBezTo>
                <a:cubicBezTo>
                  <a:pt x="236258" y="254000"/>
                  <a:pt x="236258" y="254000"/>
                  <a:pt x="33357" y="254000"/>
                </a:cubicBezTo>
                <a:cubicBezTo>
                  <a:pt x="28052" y="254000"/>
                  <a:pt x="25400" y="250058"/>
                  <a:pt x="25400" y="246117"/>
                </a:cubicBezTo>
                <a:cubicBezTo>
                  <a:pt x="25400" y="246117"/>
                  <a:pt x="25400" y="246117"/>
                  <a:pt x="25400" y="33283"/>
                </a:cubicBezTo>
                <a:cubicBezTo>
                  <a:pt x="25400" y="29341"/>
                  <a:pt x="28052" y="25400"/>
                  <a:pt x="33357" y="25400"/>
                </a:cubicBezTo>
                <a:close/>
                <a:moveTo>
                  <a:pt x="14288" y="14288"/>
                </a:moveTo>
                <a:lnTo>
                  <a:pt x="14288" y="322263"/>
                </a:lnTo>
                <a:lnTo>
                  <a:pt x="250826" y="322263"/>
                </a:lnTo>
                <a:lnTo>
                  <a:pt x="250826" y="14288"/>
                </a:lnTo>
                <a:close/>
                <a:moveTo>
                  <a:pt x="6601" y="0"/>
                </a:moveTo>
                <a:cubicBezTo>
                  <a:pt x="6601" y="0"/>
                  <a:pt x="6601" y="0"/>
                  <a:pt x="260099" y="0"/>
                </a:cubicBezTo>
                <a:cubicBezTo>
                  <a:pt x="264060" y="0"/>
                  <a:pt x="266700" y="3944"/>
                  <a:pt x="266700" y="7888"/>
                </a:cubicBezTo>
                <a:cubicBezTo>
                  <a:pt x="266700" y="7888"/>
                  <a:pt x="266700" y="7888"/>
                  <a:pt x="266700" y="328662"/>
                </a:cubicBezTo>
                <a:cubicBezTo>
                  <a:pt x="266700" y="332606"/>
                  <a:pt x="264060" y="336550"/>
                  <a:pt x="260099" y="336550"/>
                </a:cubicBezTo>
                <a:cubicBezTo>
                  <a:pt x="260099" y="336550"/>
                  <a:pt x="260099" y="336550"/>
                  <a:pt x="6601" y="336550"/>
                </a:cubicBezTo>
                <a:cubicBezTo>
                  <a:pt x="2640" y="336550"/>
                  <a:pt x="0" y="332606"/>
                  <a:pt x="0" y="328662"/>
                </a:cubicBezTo>
                <a:cubicBezTo>
                  <a:pt x="0" y="328662"/>
                  <a:pt x="0" y="328662"/>
                  <a:pt x="0" y="7888"/>
                </a:cubicBezTo>
                <a:cubicBezTo>
                  <a:pt x="0" y="3944"/>
                  <a:pt x="2640" y="0"/>
                  <a:pt x="6601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32" name="Oval 10"/>
          <p:cNvSpPr/>
          <p:nvPr>
            <p:custDataLst>
              <p:tags r:id="rId12"/>
            </p:custDataLst>
          </p:nvPr>
        </p:nvSpPr>
        <p:spPr>
          <a:xfrm>
            <a:off x="4175125" y="831215"/>
            <a:ext cx="1268095" cy="1187450"/>
          </a:xfrm>
          <a:prstGeom prst="ellipse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sz="1400">
              <a:cs typeface="+mn-ea"/>
              <a:sym typeface="+mn-lt"/>
            </a:endParaRPr>
          </a:p>
        </p:txBody>
      </p:sp>
      <p:sp>
        <p:nvSpPr>
          <p:cNvPr id="33" name="Oval 10"/>
          <p:cNvSpPr/>
          <p:nvPr>
            <p:custDataLst>
              <p:tags r:id="rId13"/>
            </p:custDataLst>
          </p:nvPr>
        </p:nvSpPr>
        <p:spPr>
          <a:xfrm>
            <a:off x="3098165" y="2473960"/>
            <a:ext cx="1268095" cy="1187450"/>
          </a:xfrm>
          <a:prstGeom prst="ellipse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sz="1400">
              <a:cs typeface="+mn-ea"/>
              <a:sym typeface="+mn-lt"/>
            </a:endParaRPr>
          </a:p>
        </p:txBody>
      </p:sp>
      <p:sp>
        <p:nvSpPr>
          <p:cNvPr id="34" name="Oval 10"/>
          <p:cNvSpPr/>
          <p:nvPr>
            <p:custDataLst>
              <p:tags r:id="rId14"/>
            </p:custDataLst>
          </p:nvPr>
        </p:nvSpPr>
        <p:spPr>
          <a:xfrm>
            <a:off x="7321550" y="2461895"/>
            <a:ext cx="1268095" cy="1187450"/>
          </a:xfrm>
          <a:prstGeom prst="ellipse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sz="1400">
              <a:cs typeface="+mn-ea"/>
              <a:sym typeface="+mn-lt"/>
            </a:endParaRPr>
          </a:p>
        </p:txBody>
      </p:sp>
      <p:sp>
        <p:nvSpPr>
          <p:cNvPr id="35" name="Oval 10"/>
          <p:cNvSpPr/>
          <p:nvPr>
            <p:custDataLst>
              <p:tags r:id="rId15"/>
            </p:custDataLst>
          </p:nvPr>
        </p:nvSpPr>
        <p:spPr>
          <a:xfrm>
            <a:off x="4175125" y="4084955"/>
            <a:ext cx="1268095" cy="1187450"/>
          </a:xfrm>
          <a:prstGeom prst="ellipse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sz="1400">
              <a:cs typeface="+mn-ea"/>
              <a:sym typeface="+mn-lt"/>
            </a:endParaRPr>
          </a:p>
        </p:txBody>
      </p:sp>
      <p:sp>
        <p:nvSpPr>
          <p:cNvPr id="36" name="Oval 10"/>
          <p:cNvSpPr/>
          <p:nvPr>
            <p:custDataLst>
              <p:tags r:id="rId16"/>
            </p:custDataLst>
          </p:nvPr>
        </p:nvSpPr>
        <p:spPr>
          <a:xfrm>
            <a:off x="6262370" y="4092575"/>
            <a:ext cx="1268095" cy="1187450"/>
          </a:xfrm>
          <a:prstGeom prst="ellipse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sz="1400">
              <a:cs typeface="+mn-ea"/>
              <a:sym typeface="+mn-lt"/>
            </a:endParaRPr>
          </a:p>
        </p:txBody>
      </p:sp>
      <p:sp>
        <p:nvSpPr>
          <p:cNvPr id="38" name="文本框 37"/>
          <p:cNvSpPr txBox="1"/>
          <p:nvPr>
            <p:custDataLst>
              <p:tags r:id="rId17"/>
            </p:custDataLst>
          </p:nvPr>
        </p:nvSpPr>
        <p:spPr>
          <a:xfrm>
            <a:off x="6295010" y="5365111"/>
            <a:ext cx="116459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>
              <a:buClrTx/>
              <a:buSzTx/>
              <a:buFontTx/>
            </a:pPr>
            <a:r>
              <a:rPr lang="zh-CN" altLang="en-US" sz="1800" b="1" dirty="0">
                <a:solidFill>
                  <a:schemeClr val="accent5"/>
                </a:solidFill>
                <a:latin typeface="楷体" panose="02010609060101010101" charset="-122"/>
                <a:ea typeface="楷体" panose="02010609060101010101" charset="-122"/>
                <a:sym typeface="+mn-ea"/>
              </a:rPr>
              <a:t>会议管理</a:t>
            </a:r>
            <a:endParaRPr lang="zh-CN" altLang="en-US" sz="1800" b="1" dirty="0">
              <a:solidFill>
                <a:schemeClr val="accent5"/>
              </a:solidFill>
              <a:latin typeface="楷体" panose="02010609060101010101" charset="-122"/>
              <a:ea typeface="楷体" panose="02010609060101010101" charset="-122"/>
              <a:sym typeface="+mn-ea"/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2907645" y="3750248"/>
            <a:ext cx="15748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>
              <a:buClrTx/>
              <a:buSzTx/>
              <a:buFontTx/>
            </a:pPr>
            <a:r>
              <a:rPr lang="zh-CN" altLang="en-US" b="1" dirty="0">
                <a:solidFill>
                  <a:schemeClr val="accent5"/>
                </a:solidFill>
                <a:latin typeface="楷体" panose="02010609060101010101" charset="-122"/>
                <a:ea typeface="楷体" panose="02010609060101010101" charset="-122"/>
                <a:sym typeface="+mn-ea"/>
              </a:rPr>
              <a:t>部门管理</a:t>
            </a:r>
            <a:endParaRPr lang="zh-CN" altLang="en-US" b="1" dirty="0">
              <a:solidFill>
                <a:schemeClr val="accent5"/>
              </a:solidFill>
              <a:latin typeface="楷体" panose="02010609060101010101" charset="-122"/>
              <a:ea typeface="楷体" panose="02010609060101010101" charset="-122"/>
              <a:sym typeface="+mn-ea"/>
            </a:endParaRPr>
          </a:p>
        </p:txBody>
      </p:sp>
      <p:sp>
        <p:nvSpPr>
          <p:cNvPr id="40" name="文本框 39"/>
          <p:cNvSpPr txBox="1"/>
          <p:nvPr>
            <p:custDataLst>
              <p:tags r:id="rId18"/>
            </p:custDataLst>
          </p:nvPr>
        </p:nvSpPr>
        <p:spPr>
          <a:xfrm>
            <a:off x="3750414" y="2022019"/>
            <a:ext cx="1651000" cy="36830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l">
              <a:buClrTx/>
              <a:buSzTx/>
              <a:buFontTx/>
            </a:pPr>
            <a:r>
              <a:rPr lang="en-US" altLang="zh-CN" b="1" dirty="0">
                <a:solidFill>
                  <a:schemeClr val="accent5"/>
                </a:solidFill>
                <a:latin typeface="楷体" panose="02010609060101010101" charset="-122"/>
                <a:ea typeface="楷体" panose="02010609060101010101" charset="-122"/>
              </a:rPr>
              <a:t>    </a:t>
            </a:r>
            <a:r>
              <a:rPr lang="zh-CN" altLang="en-US" b="1" dirty="0">
                <a:solidFill>
                  <a:schemeClr val="accent5"/>
                </a:solidFill>
                <a:latin typeface="楷体" panose="02010609060101010101" charset="-122"/>
                <a:ea typeface="楷体" panose="02010609060101010101" charset="-122"/>
              </a:rPr>
              <a:t>用户管理</a:t>
            </a:r>
            <a:endParaRPr lang="zh-CN" altLang="en-US" b="1" dirty="0">
              <a:solidFill>
                <a:srgbClr val="404040"/>
              </a:solidFill>
              <a:latin typeface="楷体" panose="02010609060101010101" charset="-122"/>
              <a:ea typeface="楷体" panose="02010609060101010101" charset="-122"/>
              <a:cs typeface="+mn-ea"/>
            </a:endParaRPr>
          </a:p>
        </p:txBody>
      </p:sp>
      <p:pic>
        <p:nvPicPr>
          <p:cNvPr id="57" name="图片 56"/>
          <p:cNvPicPr>
            <a:picLocks noChangeAspect="1"/>
          </p:cNvPicPr>
          <p:nvPr>
            <p:custDataLst>
              <p:tags r:id="rId19"/>
            </p:custDataLst>
          </p:nvPr>
        </p:nvPicPr>
        <p:blipFill>
          <a:blip r:embed="rId20"/>
          <a:stretch>
            <a:fillRect/>
          </a:stretch>
        </p:blipFill>
        <p:spPr>
          <a:xfrm>
            <a:off x="7392670" y="2625090"/>
            <a:ext cx="1125855" cy="861060"/>
          </a:xfrm>
          <a:prstGeom prst="rect">
            <a:avLst/>
          </a:prstGeom>
          <a:noFill/>
        </p:spPr>
      </p:pic>
      <p:pic>
        <p:nvPicPr>
          <p:cNvPr id="58" name="图片 57"/>
          <p:cNvPicPr>
            <a:picLocks noChangeAspect="1"/>
          </p:cNvPicPr>
          <p:nvPr>
            <p:custDataLst>
              <p:tags r:id="rId21"/>
            </p:custDataLst>
          </p:nvPr>
        </p:nvPicPr>
        <p:blipFill>
          <a:blip r:embed="rId22"/>
          <a:stretch>
            <a:fillRect/>
          </a:stretch>
        </p:blipFill>
        <p:spPr>
          <a:xfrm>
            <a:off x="4365875" y="1070924"/>
            <a:ext cx="954405" cy="686435"/>
          </a:xfrm>
          <a:prstGeom prst="rect">
            <a:avLst/>
          </a:prstGeom>
        </p:spPr>
      </p:pic>
      <p:pic>
        <p:nvPicPr>
          <p:cNvPr id="59" name="图片 58"/>
          <p:cNvPicPr>
            <a:picLocks noChangeAspect="1"/>
          </p:cNvPicPr>
          <p:nvPr>
            <p:custDataLst>
              <p:tags r:id="rId23"/>
            </p:custDataLst>
          </p:nvPr>
        </p:nvPicPr>
        <p:blipFill>
          <a:blip r:embed="rId24"/>
          <a:stretch>
            <a:fillRect/>
          </a:stretch>
        </p:blipFill>
        <p:spPr>
          <a:xfrm>
            <a:off x="3300870" y="2700673"/>
            <a:ext cx="860425" cy="686435"/>
          </a:xfrm>
          <a:prstGeom prst="rect">
            <a:avLst/>
          </a:prstGeom>
        </p:spPr>
      </p:pic>
      <p:pic>
        <p:nvPicPr>
          <p:cNvPr id="60" name="图片 59"/>
          <p:cNvPicPr>
            <a:picLocks noChangeAspect="1"/>
          </p:cNvPicPr>
          <p:nvPr>
            <p:custDataLst>
              <p:tags r:id="rId25"/>
            </p:custDataLst>
          </p:nvPr>
        </p:nvPicPr>
        <p:blipFill>
          <a:blip r:embed="rId26"/>
          <a:srcRect r="9751"/>
          <a:stretch>
            <a:fillRect/>
          </a:stretch>
        </p:blipFill>
        <p:spPr>
          <a:xfrm>
            <a:off x="6561918" y="4289177"/>
            <a:ext cx="819785" cy="852805"/>
          </a:xfrm>
          <a:prstGeom prst="rect">
            <a:avLst/>
          </a:prstGeom>
        </p:spPr>
      </p:pic>
      <p:pic>
        <p:nvPicPr>
          <p:cNvPr id="64" name="图片 63"/>
          <p:cNvPicPr>
            <a:picLocks noChangeAspect="1"/>
          </p:cNvPicPr>
          <p:nvPr>
            <p:custDataLst>
              <p:tags r:id="rId27"/>
            </p:custDataLst>
          </p:nvPr>
        </p:nvPicPr>
        <p:blipFill>
          <a:blip r:embed="rId28"/>
          <a:stretch>
            <a:fillRect/>
          </a:stretch>
        </p:blipFill>
        <p:spPr>
          <a:xfrm>
            <a:off x="6410496" y="938212"/>
            <a:ext cx="944880" cy="973455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 rot="5400000">
            <a:off x="-164886" y="134214"/>
            <a:ext cx="842778" cy="5555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Source Han Sans SC" panose="020B0500000000000000" pitchFamily="34" charset="-122"/>
              <a:ea typeface="Source Han Sans SC" panose="020B0500000000000000" pitchFamily="34" charset="-122"/>
              <a:sym typeface="Source Han Sans SC" panose="020B0500000000000000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501986" y="44611"/>
            <a:ext cx="48983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000000">
                    <a:lumMod val="75000"/>
                    <a:lumOff val="25000"/>
                  </a:srgbClr>
                </a:solidFill>
                <a:latin typeface="楷体" panose="02010609060101010101" charset="-122"/>
                <a:ea typeface="楷体" panose="02010609060101010101" charset="-122"/>
                <a:sym typeface="Source Han Sans SC" panose="020B0500000000000000" pitchFamily="34" charset="-122"/>
              </a:rPr>
              <a:t>核心功能</a:t>
            </a:r>
            <a:endParaRPr lang="zh-CN" altLang="en-US" sz="3600" b="1" dirty="0">
              <a:solidFill>
                <a:srgbClr val="000000">
                  <a:lumMod val="75000"/>
                  <a:lumOff val="25000"/>
                </a:srgbClr>
              </a:solidFill>
              <a:latin typeface="Source Han Sans SC" panose="020B0500000000000000" pitchFamily="34" charset="-122"/>
              <a:ea typeface="Source Han Sans SC" panose="020B0500000000000000" pitchFamily="34" charset="-122"/>
              <a:sym typeface="Source Han Sans SC" panose="020B0500000000000000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01986" y="366691"/>
            <a:ext cx="4395470" cy="29273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20000"/>
              </a:lnSpc>
              <a:defRPr/>
            </a:pPr>
            <a:r>
              <a:rPr lang="en-US" altLang="zh-CN" dirty="0">
                <a:solidFill>
                  <a:srgbClr val="000000">
                    <a:lumMod val="75000"/>
                    <a:lumOff val="25000"/>
                  </a:srgbClr>
                </a:solidFill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  <a:sym typeface="+mn-lt"/>
              </a:rPr>
              <a:t>Core function</a:t>
            </a:r>
            <a:endParaRPr lang="en-US" altLang="zh-CN" dirty="0">
              <a:solidFill>
                <a:srgbClr val="000000">
                  <a:lumMod val="75000"/>
                  <a:lumOff val="25000"/>
                </a:srgbClr>
              </a:solidFill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  <a:sym typeface="+mn-lt"/>
            </a:endParaRPr>
          </a:p>
        </p:txBody>
      </p:sp>
      <p:sp>
        <p:nvSpPr>
          <p:cNvPr id="4" name="灯片编号占位符 1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66AD2218-D929-41A1-9A96-21586A0BD13D}" type="slidenum">
              <a:rPr lang="zh-CN" altLang="en-US" smtClean="0"/>
            </a:fld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1404620" y="833755"/>
            <a:ext cx="2655570" cy="1466215"/>
          </a:xfrm>
          <a:prstGeom prst="rect">
            <a:avLst/>
          </a:prstGeom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7966710" y="786765"/>
            <a:ext cx="2654935" cy="1456690"/>
          </a:xfrm>
          <a:prstGeom prst="rect">
            <a:avLst/>
          </a:prstGeom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251460" y="2474595"/>
            <a:ext cx="2656205" cy="1439545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1371600" y="4207510"/>
            <a:ext cx="2656840" cy="1465580"/>
          </a:xfrm>
          <a:prstGeom prst="rect">
            <a:avLst/>
          </a:prstGeom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8833485" y="2400935"/>
            <a:ext cx="2656205" cy="1459865"/>
          </a:xfrm>
          <a:prstGeom prst="rect">
            <a:avLst/>
          </a:prstGeom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7866380" y="4262120"/>
            <a:ext cx="2623820" cy="1437640"/>
          </a:xfrm>
          <a:prstGeom prst="rect">
            <a:avLst/>
          </a:prstGeom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</p:pic>
    </p:spTree>
    <p:custDataLst>
      <p:tags r:id="rId35"/>
    </p:custDataLst>
  </p:cSld>
  <p:clrMapOvr>
    <a:masterClrMapping/>
  </p:clrMapOvr>
  <p:transition>
    <p:pull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AD2218-D929-41A1-9A96-21586A0BD13D}" type="slidenum">
              <a:rPr lang="zh-CN" altLang="en-US" smtClean="0"/>
            </a:fld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0" y="-1"/>
            <a:ext cx="12192000" cy="4102101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pic>
        <p:nvPicPr>
          <p:cNvPr id="4" name="图片占位符 12"/>
          <p:cNvPicPr>
            <a:picLocks noChangeAspect="1"/>
          </p:cNvPicPr>
          <p:nvPr/>
        </p:nvPicPr>
        <p:blipFill rotWithShape="1">
          <a:blip r:embed="rId1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18084" b="18087"/>
          <a:stretch>
            <a:fillRect/>
          </a:stretch>
        </p:blipFill>
        <p:spPr>
          <a:xfrm>
            <a:off x="531495" y="660717"/>
            <a:ext cx="11049000" cy="5641976"/>
          </a:xfrm>
          <a:prstGeom prst="roundRect">
            <a:avLst>
              <a:gd name="adj" fmla="val 3701"/>
            </a:avLst>
          </a:prstGeom>
          <a:effectLst>
            <a:softEdge rad="0"/>
          </a:effectLst>
        </p:spPr>
      </p:pic>
      <p:sp>
        <p:nvSpPr>
          <p:cNvPr id="5" name="矩形: 圆角 1"/>
          <p:cNvSpPr/>
          <p:nvPr/>
        </p:nvSpPr>
        <p:spPr>
          <a:xfrm>
            <a:off x="531495" y="660717"/>
            <a:ext cx="11049000" cy="5641976"/>
          </a:xfrm>
          <a:prstGeom prst="roundRect">
            <a:avLst>
              <a:gd name="adj" fmla="val 3422"/>
            </a:avLst>
          </a:prstGeom>
          <a:gradFill>
            <a:gsLst>
              <a:gs pos="0">
                <a:srgbClr val="FFFFFF"/>
              </a:gs>
              <a:gs pos="37000">
                <a:srgbClr val="FFFFFF">
                  <a:alpha val="77000"/>
                </a:srgbClr>
              </a:gs>
              <a:gs pos="70000">
                <a:srgbClr val="FFFFFF">
                  <a:alpha val="43000"/>
                </a:srgbClr>
              </a:gs>
              <a:gs pos="99000">
                <a:srgbClr val="FFFFFF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6" name="椭圆 5"/>
          <p:cNvSpPr/>
          <p:nvPr/>
        </p:nvSpPr>
        <p:spPr>
          <a:xfrm>
            <a:off x="1816100" y="1841500"/>
            <a:ext cx="3175000" cy="3175000"/>
          </a:xfrm>
          <a:prstGeom prst="ellipse">
            <a:avLst/>
          </a:prstGeom>
          <a:solidFill>
            <a:srgbClr val="002060"/>
          </a:solidFill>
          <a:ln>
            <a:noFill/>
          </a:ln>
          <a:effectLst>
            <a:outerShdw blurRad="406400" sx="102000" sy="102000" algn="ctr" rotWithShape="0">
              <a:prstClr val="black">
                <a:alpha val="26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ea"/>
              <a:sym typeface="+mn-lt"/>
            </a:endParaRPr>
          </a:p>
        </p:txBody>
      </p:sp>
      <p:cxnSp>
        <p:nvCxnSpPr>
          <p:cNvPr id="7" name="直接连接符 6"/>
          <p:cNvCxnSpPr/>
          <p:nvPr/>
        </p:nvCxnSpPr>
        <p:spPr>
          <a:xfrm flipH="1">
            <a:off x="3594100" y="1079500"/>
            <a:ext cx="620714" cy="620713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 flipH="1">
            <a:off x="3984627" y="1496219"/>
            <a:ext cx="230186" cy="230187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 flipH="1">
            <a:off x="3079750" y="5133974"/>
            <a:ext cx="620714" cy="620713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 flipH="1">
            <a:off x="3003550" y="5145087"/>
            <a:ext cx="230186" cy="230187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" name="组合 10"/>
          <p:cNvGrpSpPr/>
          <p:nvPr>
            <p:custDataLst>
              <p:tags r:id="rId3"/>
            </p:custDataLst>
          </p:nvPr>
        </p:nvGrpSpPr>
        <p:grpSpPr>
          <a:xfrm>
            <a:off x="5649142" y="2665036"/>
            <a:ext cx="4343451" cy="1453988"/>
            <a:chOff x="3779579" y="1263585"/>
            <a:chExt cx="5999415" cy="1453988"/>
          </a:xfrm>
        </p:grpSpPr>
        <p:sp>
          <p:nvSpPr>
            <p:cNvPr id="12" name="文本框 11"/>
            <p:cNvSpPr txBox="1"/>
            <p:nvPr>
              <p:custDataLst>
                <p:tags r:id="rId4"/>
              </p:custDataLst>
            </p:nvPr>
          </p:nvSpPr>
          <p:spPr>
            <a:xfrm>
              <a:off x="3779579" y="1263585"/>
              <a:ext cx="5999415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4800" b="1" u="none" strike="noStrike" kern="1200" cap="none" spc="0" normalizeH="0" baseline="0" noProof="0" dirty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ea"/>
                  <a:sym typeface="+mn-lt"/>
                </a:rPr>
                <a:t>系统设计</a:t>
              </a:r>
              <a:endParaRPr kumimoji="0" lang="zh-CN" altLang="en-US" sz="4800" b="1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  <p:sp>
          <p:nvSpPr>
            <p:cNvPr id="13" name="文本框 12"/>
            <p:cNvSpPr txBox="1"/>
            <p:nvPr>
              <p:custDataLst>
                <p:tags r:id="rId5"/>
              </p:custDataLst>
            </p:nvPr>
          </p:nvSpPr>
          <p:spPr>
            <a:xfrm>
              <a:off x="3790991" y="2094582"/>
              <a:ext cx="5757176" cy="622991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14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3200" b="1" u="none" strike="noStrike" kern="1200" cap="none" spc="0" normalizeH="0" baseline="0" noProof="0" dirty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ea"/>
                  <a:sym typeface="+mn-lt"/>
                </a:rPr>
                <a:t>System design</a:t>
              </a:r>
              <a:endParaRPr kumimoji="0" lang="en-US" altLang="zh-CN" sz="3200" b="1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</p:grpSp>
      <p:sp>
        <p:nvSpPr>
          <p:cNvPr id="14" name="文本框 13"/>
          <p:cNvSpPr txBox="1"/>
          <p:nvPr/>
        </p:nvSpPr>
        <p:spPr>
          <a:xfrm>
            <a:off x="1917700" y="3434478"/>
            <a:ext cx="2895600" cy="646331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0" i="1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rPr>
              <a:t>Part Two</a:t>
            </a:r>
            <a:endParaRPr kumimoji="0" lang="zh-CN" altLang="en-US" sz="3600" b="0" i="1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ea"/>
              <a:sym typeface="+mn-lt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1917700" y="2788147"/>
            <a:ext cx="2895600" cy="707886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4000" b="1" dirty="0">
                <a:solidFill>
                  <a:srgbClr val="FFFFFF"/>
                </a:solidFill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rPr>
              <a:t>二</a:t>
            </a:r>
            <a:endParaRPr kumimoji="0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AD2218-D929-41A1-9A96-21586A0BD13D}" type="slidenum">
              <a:rPr lang="zh-CN" altLang="en-US" smtClean="0"/>
            </a:fld>
            <a:endParaRPr lang="zh-CN" altLang="en-US"/>
          </a:p>
        </p:txBody>
      </p:sp>
      <p:sp>
        <p:nvSpPr>
          <p:cNvPr id="3" name="灯片编号占位符 1"/>
          <p:cNvSpPr txBox="1"/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6AD2218-D929-41A1-9A96-21586A0BD13D}" type="slidenum">
              <a:rPr lang="zh-CN" altLang="en-US" smtClean="0"/>
            </a:fld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 rot="5400000">
            <a:off x="5993293" y="659296"/>
            <a:ext cx="205410" cy="121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Source Han Sans SC" panose="020B0500000000000000" pitchFamily="34" charset="-122"/>
              <a:ea typeface="Source Han Sans SC" panose="020B0500000000000000" pitchFamily="34" charset="-122"/>
              <a:sym typeface="Source Han Sans SC" panose="020B0500000000000000" pitchFamily="34" charset="-122"/>
            </a:endParaRPr>
          </a:p>
        </p:txBody>
      </p:sp>
      <p:sp>
        <p:nvSpPr>
          <p:cNvPr id="5" name="Freeform 56"/>
          <p:cNvSpPr/>
          <p:nvPr/>
        </p:nvSpPr>
        <p:spPr bwMode="auto">
          <a:xfrm>
            <a:off x="10621765" y="-9413"/>
            <a:ext cx="1568647" cy="1131310"/>
          </a:xfrm>
          <a:custGeom>
            <a:avLst/>
            <a:gdLst>
              <a:gd name="T0" fmla="*/ 279 w 1633"/>
              <a:gd name="T1" fmla="*/ 305 h 1179"/>
              <a:gd name="T2" fmla="*/ 1633 w 1633"/>
              <a:gd name="T3" fmla="*/ 1179 h 1179"/>
              <a:gd name="T4" fmla="*/ 1633 w 1633"/>
              <a:gd name="T5" fmla="*/ 0 h 1179"/>
              <a:gd name="T6" fmla="*/ 0 w 1633"/>
              <a:gd name="T7" fmla="*/ 0 h 1179"/>
              <a:gd name="T8" fmla="*/ 279 w 1633"/>
              <a:gd name="T9" fmla="*/ 305 h 117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633" h="1179">
                <a:moveTo>
                  <a:pt x="279" y="305"/>
                </a:moveTo>
                <a:cubicBezTo>
                  <a:pt x="686" y="520"/>
                  <a:pt x="1288" y="562"/>
                  <a:pt x="1633" y="1179"/>
                </a:cubicBezTo>
                <a:cubicBezTo>
                  <a:pt x="1633" y="0"/>
                  <a:pt x="1633" y="0"/>
                  <a:pt x="1633" y="0"/>
                </a:cubicBezTo>
                <a:cubicBezTo>
                  <a:pt x="0" y="0"/>
                  <a:pt x="0" y="0"/>
                  <a:pt x="0" y="0"/>
                </a:cubicBezTo>
                <a:cubicBezTo>
                  <a:pt x="22" y="97"/>
                  <a:pt x="95" y="207"/>
                  <a:pt x="279" y="305"/>
                </a:cubicBezTo>
                <a:close/>
              </a:path>
            </a:pathLst>
          </a:custGeom>
          <a:solidFill>
            <a:srgbClr val="002060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latin typeface="Source Han Sans SC" panose="020B0500000000000000" pitchFamily="34" charset="-122"/>
              <a:ea typeface="Source Han Sans SC" panose="020B0500000000000000" pitchFamily="34" charset="-122"/>
              <a:sym typeface="Source Han Sans SC" panose="020B0500000000000000" pitchFamily="34" charset="-122"/>
            </a:endParaRPr>
          </a:p>
        </p:txBody>
      </p:sp>
      <p:sp>
        <p:nvSpPr>
          <p:cNvPr id="7" name="灯片编号占位符 1"/>
          <p:cNvSpPr txBox="1"/>
          <p:nvPr/>
        </p:nvSpPr>
        <p:spPr>
          <a:xfrm>
            <a:off x="8731250" y="6371590"/>
            <a:ext cx="2622550" cy="34988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6AD2218-D929-41A1-9A96-21586A0BD13D}" type="slidenum">
              <a:rPr lang="zh-CN" altLang="en-US" smtClean="0"/>
            </a:fld>
            <a:endParaRPr lang="zh-CN" altLang="en-US"/>
          </a:p>
        </p:txBody>
      </p:sp>
      <p:sp>
        <p:nvSpPr>
          <p:cNvPr id="8" name="Title 1"/>
          <p:cNvSpPr txBox="1"/>
          <p:nvPr>
            <p:custDataLst>
              <p:tags r:id="rId1"/>
            </p:custDataLst>
          </p:nvPr>
        </p:nvSpPr>
        <p:spPr>
          <a:xfrm>
            <a:off x="857880" y="123478"/>
            <a:ext cx="3232906" cy="379477"/>
          </a:xfrm>
          <a:prstGeom prst="rect">
            <a:avLst/>
          </a:prstGeom>
        </p:spPr>
        <p:txBody>
          <a:bodyPr lIns="0" rIns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1800" b="1" dirty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第五章   事故发生的主要原因</a:t>
            </a:r>
            <a:endParaRPr lang="zh-CN" altLang="en-US" sz="1800" b="1" dirty="0">
              <a:solidFill>
                <a:schemeClr val="bg1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9" name="矩形 8"/>
          <p:cNvSpPr/>
          <p:nvPr/>
        </p:nvSpPr>
        <p:spPr>
          <a:xfrm rot="5400000">
            <a:off x="-143627" y="436925"/>
            <a:ext cx="842778" cy="5555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Source Han Sans SC" panose="020B0500000000000000" pitchFamily="34" charset="-122"/>
              <a:ea typeface="Source Han Sans SC" panose="020B0500000000000000" pitchFamily="34" charset="-122"/>
              <a:sym typeface="Source Han Sans SC" panose="020B0500000000000000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645160" y="293370"/>
            <a:ext cx="32329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000000">
                    <a:lumMod val="75000"/>
                    <a:lumOff val="25000"/>
                  </a:srgbClr>
                </a:solidFill>
                <a:latin typeface="楷体" panose="02010609060101010101" charset="-122"/>
                <a:ea typeface="楷体" panose="02010609060101010101" charset="-122"/>
                <a:sym typeface="Source Han Sans SC" panose="020B0500000000000000" pitchFamily="34" charset="-122"/>
              </a:rPr>
              <a:t>系统概要设计</a:t>
            </a:r>
            <a:endParaRPr lang="zh-CN" altLang="en-US" sz="3600" b="1" dirty="0">
              <a:solidFill>
                <a:srgbClr val="000000">
                  <a:lumMod val="75000"/>
                  <a:lumOff val="25000"/>
                </a:srgbClr>
              </a:solidFill>
              <a:latin typeface="Source Han Sans SC" panose="020B0500000000000000" pitchFamily="34" charset="-122"/>
              <a:ea typeface="Source Han Sans SC" panose="020B0500000000000000" pitchFamily="34" charset="-122"/>
              <a:sym typeface="Source Han Sans SC" panose="020B0500000000000000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682200" y="697651"/>
            <a:ext cx="4395470" cy="29273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20000"/>
              </a:lnSpc>
              <a:buClrTx/>
              <a:buSzTx/>
              <a:buFontTx/>
              <a:defRPr/>
            </a:pPr>
            <a:r>
              <a:rPr lang="en-US" altLang="zh-CN" dirty="0">
                <a:solidFill>
                  <a:srgbClr val="000000">
                    <a:lumMod val="75000"/>
                    <a:lumOff val="25000"/>
                  </a:srgbClr>
                </a:solidFill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  <a:sym typeface="+mn-lt"/>
              </a:rPr>
              <a:t>System summary design</a:t>
            </a:r>
            <a:endParaRPr lang="en-US" altLang="zh-CN" dirty="0">
              <a:solidFill>
                <a:srgbClr val="000000">
                  <a:lumMod val="75000"/>
                  <a:lumOff val="25000"/>
                </a:srgbClr>
              </a:solidFill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  <a:sym typeface="+mn-lt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334" y="1219621"/>
            <a:ext cx="5388279" cy="3332059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</a:effectLst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893" y="1343589"/>
            <a:ext cx="5222657" cy="3088828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sp>
        <p:nvSpPr>
          <p:cNvPr id="20" name="Freeform 52"/>
          <p:cNvSpPr/>
          <p:nvPr/>
        </p:nvSpPr>
        <p:spPr bwMode="auto">
          <a:xfrm>
            <a:off x="5834697" y="896878"/>
            <a:ext cx="5389245" cy="1673932"/>
          </a:xfrm>
          <a:custGeom>
            <a:avLst/>
            <a:gdLst>
              <a:gd name="T0" fmla="*/ 0 w 5311"/>
              <a:gd name="T1" fmla="*/ 4320 h 4320"/>
              <a:gd name="T2" fmla="*/ 5311 w 5311"/>
              <a:gd name="T3" fmla="*/ 4320 h 4320"/>
              <a:gd name="T4" fmla="*/ 3800 w 5311"/>
              <a:gd name="T5" fmla="*/ 1644 h 4320"/>
              <a:gd name="T6" fmla="*/ 2891 w 5311"/>
              <a:gd name="T7" fmla="*/ 0 h 4320"/>
              <a:gd name="T8" fmla="*/ 0 w 5311"/>
              <a:gd name="T9" fmla="*/ 0 h 4320"/>
              <a:gd name="T10" fmla="*/ 0 w 5311"/>
              <a:gd name="T11" fmla="*/ 4320 h 43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5311" h="4320">
                <a:moveTo>
                  <a:pt x="0" y="4320"/>
                </a:moveTo>
                <a:cubicBezTo>
                  <a:pt x="5311" y="4320"/>
                  <a:pt x="5311" y="4320"/>
                  <a:pt x="5311" y="4320"/>
                </a:cubicBezTo>
                <a:cubicBezTo>
                  <a:pt x="5281" y="3020"/>
                  <a:pt x="4789" y="2633"/>
                  <a:pt x="3800" y="1644"/>
                </a:cubicBezTo>
                <a:cubicBezTo>
                  <a:pt x="3028" y="873"/>
                  <a:pt x="2904" y="264"/>
                  <a:pt x="2891" y="0"/>
                </a:cubicBezTo>
                <a:cubicBezTo>
                  <a:pt x="0" y="0"/>
                  <a:pt x="0" y="0"/>
                  <a:pt x="0" y="0"/>
                </a:cubicBezTo>
                <a:lnTo>
                  <a:pt x="0" y="4320"/>
                </a:lnTo>
                <a:close/>
              </a:path>
            </a:pathLst>
          </a:custGeom>
          <a:solidFill>
            <a:schemeClr val="bg1">
              <a:lumMod val="95000"/>
              <a:alpha val="29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algn="l">
              <a:buClrTx/>
              <a:buSzTx/>
            </a:pPr>
            <a:r>
              <a:rPr lang="zh-CN" altLang="en-US" dirty="0">
                <a:latin typeface="楷体" panose="02010609060101010101" charset="-122"/>
                <a:ea typeface="楷体" panose="02010609060101010101" charset="-122"/>
              </a:rPr>
              <a:t>    本系统采用B/S架构，包含Web端和微信小程序端。主要模块包括</a:t>
            </a:r>
            <a:r>
              <a:rPr lang="zh-CN" altLang="en-US" dirty="0">
                <a:solidFill>
                  <a:srgbClr val="00B0F0"/>
                </a:solidFill>
                <a:latin typeface="楷体" panose="02010609060101010101" charset="-122"/>
                <a:ea typeface="楷体" panose="02010609060101010101" charset="-122"/>
              </a:rPr>
              <a:t>用户管理、</a:t>
            </a:r>
            <a:r>
              <a:rPr lang="zh-CN" altLang="en-US" dirty="0">
                <a:solidFill>
                  <a:srgbClr val="00B0F0"/>
                </a:solidFill>
                <a:latin typeface="楷体" panose="02010609060101010101" charset="-122"/>
                <a:ea typeface="楷体" panose="02010609060101010101" charset="-122"/>
                <a:sym typeface="+mn-ea"/>
              </a:rPr>
              <a:t>租户管理</a:t>
            </a:r>
            <a:r>
              <a:rPr lang="zh-CN" altLang="en-US" dirty="0">
                <a:solidFill>
                  <a:srgbClr val="00B0F0"/>
                </a:solidFill>
                <a:latin typeface="楷体" panose="02010609060101010101" charset="-122"/>
                <a:ea typeface="楷体" panose="02010609060101010101" charset="-122"/>
              </a:rPr>
              <a:t>、会议管理、资讯管理、课程管理和</a:t>
            </a:r>
            <a:r>
              <a:rPr lang="zh-CN" altLang="en-US" dirty="0">
                <a:solidFill>
                  <a:srgbClr val="00B0F0"/>
                </a:solidFill>
                <a:latin typeface="楷体" panose="02010609060101010101" charset="-122"/>
                <a:ea typeface="楷体" panose="02010609060101010101" charset="-122"/>
                <a:sym typeface="+mn-ea"/>
              </a:rPr>
              <a:t>组织管理</a:t>
            </a:r>
            <a:r>
              <a:rPr lang="zh-CN" altLang="en-US" dirty="0">
                <a:latin typeface="楷体" panose="02010609060101010101" charset="-122"/>
                <a:ea typeface="楷体" panose="02010609060101010101" charset="-122"/>
              </a:rPr>
              <a:t>。前端技术选用Vue.js和微信小程序，后端使用Spring Boot框架和MyBatis Plus进行数据库持久化，数据库采用MySQL 。项目通过Maven构建，使用Junit进行测试和质量控制，并用JMeter进行性能测试。系统将显著提高会议组织效率，提升用户体验。。</a:t>
            </a:r>
            <a:endParaRPr lang="en-US" altLang="zh-CN" dirty="0">
              <a:latin typeface="楷体" panose="02010609060101010101" charset="-122"/>
              <a:ea typeface="楷体" panose="02010609060101010101" charset="-122"/>
            </a:endParaRP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0629" y="3537613"/>
            <a:ext cx="4444750" cy="269745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3386" y="4182115"/>
            <a:ext cx="2349278" cy="2470864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AD2218-D929-41A1-9A96-21586A0BD13D}" type="slidenum">
              <a:rPr lang="zh-CN" altLang="en-US" smtClean="0"/>
            </a:fld>
            <a:endParaRPr lang="zh-CN" altLang="en-US"/>
          </a:p>
        </p:txBody>
      </p:sp>
      <p:sp>
        <p:nvSpPr>
          <p:cNvPr id="3" name="灯片编号占位符 1"/>
          <p:cNvSpPr txBox="1"/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6AD2218-D929-41A1-9A96-21586A0BD13D}" type="slidenum">
              <a:rPr lang="zh-CN" altLang="en-US" smtClean="0"/>
            </a:fld>
            <a:endParaRPr lang="zh-CN" altLang="en-US"/>
          </a:p>
        </p:txBody>
      </p:sp>
      <p:sp>
        <p:nvSpPr>
          <p:cNvPr id="4" name="灯片编号占位符 1"/>
          <p:cNvSpPr txBox="1"/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6AD2218-D929-41A1-9A96-21586A0BD13D}" type="slidenum">
              <a:rPr lang="zh-CN" altLang="en-US" smtClean="0"/>
            </a:fld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 rot="5400000">
            <a:off x="5993293" y="659296"/>
            <a:ext cx="205410" cy="121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Source Han Sans SC" panose="020B0500000000000000" pitchFamily="34" charset="-122"/>
              <a:ea typeface="Source Han Sans SC" panose="020B0500000000000000" pitchFamily="34" charset="-122"/>
              <a:sym typeface="Source Han Sans SC" panose="020B0500000000000000" pitchFamily="34" charset="-122"/>
            </a:endParaRPr>
          </a:p>
        </p:txBody>
      </p:sp>
      <p:sp>
        <p:nvSpPr>
          <p:cNvPr id="6" name="Freeform 56"/>
          <p:cNvSpPr/>
          <p:nvPr/>
        </p:nvSpPr>
        <p:spPr bwMode="auto">
          <a:xfrm>
            <a:off x="10621765" y="-9413"/>
            <a:ext cx="1568647" cy="1131310"/>
          </a:xfrm>
          <a:custGeom>
            <a:avLst/>
            <a:gdLst>
              <a:gd name="T0" fmla="*/ 279 w 1633"/>
              <a:gd name="T1" fmla="*/ 305 h 1179"/>
              <a:gd name="T2" fmla="*/ 1633 w 1633"/>
              <a:gd name="T3" fmla="*/ 1179 h 1179"/>
              <a:gd name="T4" fmla="*/ 1633 w 1633"/>
              <a:gd name="T5" fmla="*/ 0 h 1179"/>
              <a:gd name="T6" fmla="*/ 0 w 1633"/>
              <a:gd name="T7" fmla="*/ 0 h 1179"/>
              <a:gd name="T8" fmla="*/ 279 w 1633"/>
              <a:gd name="T9" fmla="*/ 305 h 117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633" h="1179">
                <a:moveTo>
                  <a:pt x="279" y="305"/>
                </a:moveTo>
                <a:cubicBezTo>
                  <a:pt x="686" y="520"/>
                  <a:pt x="1288" y="562"/>
                  <a:pt x="1633" y="1179"/>
                </a:cubicBezTo>
                <a:cubicBezTo>
                  <a:pt x="1633" y="0"/>
                  <a:pt x="1633" y="0"/>
                  <a:pt x="1633" y="0"/>
                </a:cubicBezTo>
                <a:cubicBezTo>
                  <a:pt x="0" y="0"/>
                  <a:pt x="0" y="0"/>
                  <a:pt x="0" y="0"/>
                </a:cubicBezTo>
                <a:cubicBezTo>
                  <a:pt x="22" y="97"/>
                  <a:pt x="95" y="207"/>
                  <a:pt x="279" y="305"/>
                </a:cubicBezTo>
                <a:close/>
              </a:path>
            </a:pathLst>
          </a:custGeom>
          <a:solidFill>
            <a:srgbClr val="002060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latin typeface="Source Han Sans SC" panose="020B0500000000000000" pitchFamily="34" charset="-122"/>
              <a:ea typeface="Source Han Sans SC" panose="020B0500000000000000" pitchFamily="34" charset="-122"/>
              <a:sym typeface="Source Han Sans SC" panose="020B0500000000000000" pitchFamily="34" charset="-122"/>
            </a:endParaRPr>
          </a:p>
        </p:txBody>
      </p:sp>
      <p:sp>
        <p:nvSpPr>
          <p:cNvPr id="8" name="灯片编号占位符 1"/>
          <p:cNvSpPr txBox="1"/>
          <p:nvPr/>
        </p:nvSpPr>
        <p:spPr>
          <a:xfrm>
            <a:off x="8731250" y="6371590"/>
            <a:ext cx="2622550" cy="34988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6AD2218-D929-41A1-9A96-21586A0BD13D}" type="slidenum">
              <a:rPr lang="zh-CN" altLang="en-US" smtClean="0"/>
            </a:fld>
            <a:endParaRPr lang="zh-CN" altLang="en-US"/>
          </a:p>
        </p:txBody>
      </p:sp>
      <p:sp>
        <p:nvSpPr>
          <p:cNvPr id="9" name="Title 1"/>
          <p:cNvSpPr txBox="1"/>
          <p:nvPr>
            <p:custDataLst>
              <p:tags r:id="rId2"/>
            </p:custDataLst>
          </p:nvPr>
        </p:nvSpPr>
        <p:spPr>
          <a:xfrm>
            <a:off x="857880" y="123478"/>
            <a:ext cx="3232906" cy="379477"/>
          </a:xfrm>
          <a:prstGeom prst="rect">
            <a:avLst/>
          </a:prstGeom>
        </p:spPr>
        <p:txBody>
          <a:bodyPr lIns="0" rIns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1800" b="1" dirty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第五章   事故发生的主要原因</a:t>
            </a:r>
            <a:endParaRPr lang="zh-CN" altLang="en-US" sz="1800" b="1" dirty="0">
              <a:solidFill>
                <a:schemeClr val="bg1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0" name="矩形 9"/>
          <p:cNvSpPr/>
          <p:nvPr/>
        </p:nvSpPr>
        <p:spPr>
          <a:xfrm rot="5400000">
            <a:off x="-143627" y="436925"/>
            <a:ext cx="842778" cy="5555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Source Han Sans SC" panose="020B0500000000000000" pitchFamily="34" charset="-122"/>
              <a:ea typeface="Source Han Sans SC" panose="020B0500000000000000" pitchFamily="34" charset="-122"/>
              <a:sym typeface="Source Han Sans SC" panose="020B0500000000000000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645160" y="293370"/>
            <a:ext cx="32329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000000">
                    <a:lumMod val="75000"/>
                    <a:lumOff val="25000"/>
                  </a:srgbClr>
                </a:solidFill>
                <a:latin typeface="楷体" panose="02010609060101010101" charset="-122"/>
                <a:ea typeface="楷体" panose="02010609060101010101" charset="-122"/>
                <a:sym typeface="Source Han Sans SC" panose="020B0500000000000000" pitchFamily="34" charset="-122"/>
              </a:rPr>
              <a:t>服务层设计</a:t>
            </a:r>
            <a:endParaRPr lang="zh-CN" altLang="en-US" sz="3600" b="1" dirty="0">
              <a:solidFill>
                <a:srgbClr val="000000">
                  <a:lumMod val="75000"/>
                  <a:lumOff val="25000"/>
                </a:srgbClr>
              </a:solidFill>
              <a:latin typeface="Source Han Sans SC" panose="020B0500000000000000" pitchFamily="34" charset="-122"/>
              <a:ea typeface="Source Han Sans SC" panose="020B0500000000000000" pitchFamily="34" charset="-122"/>
              <a:sym typeface="Source Han Sans SC" panose="020B0500000000000000" pitchFamily="3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682200" y="697651"/>
            <a:ext cx="4395470" cy="29273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20000"/>
              </a:lnSpc>
              <a:buClrTx/>
              <a:buSzTx/>
              <a:buFontTx/>
              <a:defRPr/>
            </a:pPr>
            <a:r>
              <a:rPr lang="en-US" altLang="zh-CN" dirty="0">
                <a:solidFill>
                  <a:srgbClr val="000000">
                    <a:lumMod val="75000"/>
                    <a:lumOff val="25000"/>
                  </a:srgbClr>
                </a:solidFill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  <a:sym typeface="+mn-lt"/>
              </a:rPr>
              <a:t>Service layer design</a:t>
            </a:r>
            <a:endParaRPr lang="en-US" altLang="zh-CN" dirty="0">
              <a:solidFill>
                <a:srgbClr val="000000">
                  <a:lumMod val="75000"/>
                  <a:lumOff val="25000"/>
                </a:srgbClr>
              </a:solidFill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  <a:sym typeface="+mn-lt"/>
            </a:endParaRP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8431" y="1259531"/>
            <a:ext cx="2952355" cy="3916501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</a:effectLst>
        </p:spPr>
      </p:pic>
      <p:pic>
        <p:nvPicPr>
          <p:cNvPr id="18" name="图片 1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9283" y="1286627"/>
            <a:ext cx="2911503" cy="3862308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sp>
        <p:nvSpPr>
          <p:cNvPr id="20" name="Freeform 52"/>
          <p:cNvSpPr/>
          <p:nvPr/>
        </p:nvSpPr>
        <p:spPr bwMode="auto">
          <a:xfrm>
            <a:off x="4338955" y="1609725"/>
            <a:ext cx="6132830" cy="1260475"/>
          </a:xfrm>
          <a:custGeom>
            <a:avLst/>
            <a:gdLst>
              <a:gd name="T0" fmla="*/ 0 w 5311"/>
              <a:gd name="T1" fmla="*/ 4320 h 4320"/>
              <a:gd name="T2" fmla="*/ 5311 w 5311"/>
              <a:gd name="T3" fmla="*/ 4320 h 4320"/>
              <a:gd name="T4" fmla="*/ 3800 w 5311"/>
              <a:gd name="T5" fmla="*/ 1644 h 4320"/>
              <a:gd name="T6" fmla="*/ 2891 w 5311"/>
              <a:gd name="T7" fmla="*/ 0 h 4320"/>
              <a:gd name="T8" fmla="*/ 0 w 5311"/>
              <a:gd name="T9" fmla="*/ 0 h 4320"/>
              <a:gd name="T10" fmla="*/ 0 w 5311"/>
              <a:gd name="T11" fmla="*/ 4320 h 43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5311" h="4320">
                <a:moveTo>
                  <a:pt x="0" y="4320"/>
                </a:moveTo>
                <a:cubicBezTo>
                  <a:pt x="5311" y="4320"/>
                  <a:pt x="5311" y="4320"/>
                  <a:pt x="5311" y="4320"/>
                </a:cubicBezTo>
                <a:cubicBezTo>
                  <a:pt x="5281" y="3020"/>
                  <a:pt x="4789" y="2633"/>
                  <a:pt x="3800" y="1644"/>
                </a:cubicBezTo>
                <a:cubicBezTo>
                  <a:pt x="3028" y="873"/>
                  <a:pt x="2904" y="264"/>
                  <a:pt x="2891" y="0"/>
                </a:cubicBezTo>
                <a:cubicBezTo>
                  <a:pt x="0" y="0"/>
                  <a:pt x="0" y="0"/>
                  <a:pt x="0" y="0"/>
                </a:cubicBezTo>
                <a:lnTo>
                  <a:pt x="0" y="4320"/>
                </a:lnTo>
                <a:close/>
              </a:path>
            </a:pathLst>
          </a:custGeom>
          <a:solidFill>
            <a:schemeClr val="bg1">
              <a:lumMod val="95000"/>
              <a:alpha val="29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285750" indent="-285750" algn="l"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b="1" dirty="0">
                <a:latin typeface="楷体" panose="02010609060101010101" charset="-122"/>
                <a:ea typeface="楷体" panose="02010609060101010101" charset="-122"/>
              </a:rPr>
              <a:t>核心职责</a:t>
            </a:r>
            <a:endParaRPr lang="zh-CN" altLang="en-US" b="1" dirty="0">
              <a:latin typeface="楷体" panose="02010609060101010101" charset="-122"/>
              <a:ea typeface="楷体" panose="02010609060101010101" charset="-122"/>
            </a:endParaRPr>
          </a:p>
          <a:p>
            <a:pPr marL="285750" indent="-285750" algn="l"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dirty="0">
                <a:latin typeface="楷体" panose="02010609060101010101" charset="-122"/>
                <a:ea typeface="楷体" panose="02010609060101010101" charset="-122"/>
              </a:rPr>
              <a:t>服务层负责业务逻辑的实现和数据处理，位于</a:t>
            </a:r>
            <a:r>
              <a:rPr lang="zh-CN" altLang="en-US" b="1" dirty="0">
                <a:solidFill>
                  <a:schemeClr val="accent5"/>
                </a:solidFill>
                <a:latin typeface="楷体" panose="02010609060101010101" charset="-122"/>
                <a:ea typeface="楷体" panose="02010609060101010101" charset="-122"/>
              </a:rPr>
              <a:t>控制层和数据访问层</a:t>
            </a:r>
            <a:r>
              <a:rPr lang="zh-CN" altLang="en-US" dirty="0">
                <a:latin typeface="楷体" panose="02010609060101010101" charset="-122"/>
                <a:ea typeface="楷体" panose="02010609060101010101" charset="-122"/>
              </a:rPr>
              <a:t>之间。它接收控制层的请求，调用数据访问层进行数据操作，并返回处理结果。主要职责包括业务逻辑处理、数据处理与转换、事务管理和异常处理。</a:t>
            </a:r>
            <a:endParaRPr lang="zh-CN" altLang="en-US" dirty="0"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21" name="Freeform 52"/>
          <p:cNvSpPr/>
          <p:nvPr/>
        </p:nvSpPr>
        <p:spPr bwMode="auto">
          <a:xfrm>
            <a:off x="4338955" y="3150870"/>
            <a:ext cx="7080250" cy="1132205"/>
          </a:xfrm>
          <a:custGeom>
            <a:avLst/>
            <a:gdLst>
              <a:gd name="T0" fmla="*/ 0 w 5311"/>
              <a:gd name="T1" fmla="*/ 4320 h 4320"/>
              <a:gd name="T2" fmla="*/ 5311 w 5311"/>
              <a:gd name="T3" fmla="*/ 4320 h 4320"/>
              <a:gd name="T4" fmla="*/ 3800 w 5311"/>
              <a:gd name="T5" fmla="*/ 1644 h 4320"/>
              <a:gd name="T6" fmla="*/ 2891 w 5311"/>
              <a:gd name="T7" fmla="*/ 0 h 4320"/>
              <a:gd name="T8" fmla="*/ 0 w 5311"/>
              <a:gd name="T9" fmla="*/ 0 h 4320"/>
              <a:gd name="T10" fmla="*/ 0 w 5311"/>
              <a:gd name="T11" fmla="*/ 4320 h 43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5311" h="4320">
                <a:moveTo>
                  <a:pt x="0" y="4320"/>
                </a:moveTo>
                <a:cubicBezTo>
                  <a:pt x="5311" y="4320"/>
                  <a:pt x="5311" y="4320"/>
                  <a:pt x="5311" y="4320"/>
                </a:cubicBezTo>
                <a:cubicBezTo>
                  <a:pt x="5281" y="3020"/>
                  <a:pt x="4789" y="2633"/>
                  <a:pt x="3800" y="1644"/>
                </a:cubicBezTo>
                <a:cubicBezTo>
                  <a:pt x="3028" y="873"/>
                  <a:pt x="2904" y="264"/>
                  <a:pt x="2891" y="0"/>
                </a:cubicBezTo>
                <a:cubicBezTo>
                  <a:pt x="0" y="0"/>
                  <a:pt x="0" y="0"/>
                  <a:pt x="0" y="0"/>
                </a:cubicBezTo>
                <a:lnTo>
                  <a:pt x="0" y="4320"/>
                </a:lnTo>
                <a:close/>
              </a:path>
            </a:pathLst>
          </a:custGeom>
          <a:solidFill>
            <a:schemeClr val="bg1">
              <a:lumMod val="95000"/>
              <a:alpha val="29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285750" indent="-285750" algn="l"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b="1" dirty="0">
                <a:latin typeface="楷体" panose="02010609060101010101" charset="-122"/>
                <a:ea typeface="楷体" panose="02010609060101010101" charset="-122"/>
              </a:rPr>
              <a:t>技术选型</a:t>
            </a:r>
            <a:endParaRPr lang="zh-CN" altLang="en-US" b="1" dirty="0">
              <a:latin typeface="楷体" panose="02010609060101010101" charset="-122"/>
              <a:ea typeface="楷体" panose="02010609060101010101" charset="-122"/>
            </a:endParaRPr>
          </a:p>
          <a:p>
            <a:pPr marL="285750" indent="-285750" algn="l">
              <a:buClrTx/>
              <a:buSzTx/>
              <a:buFont typeface="Arial" panose="020B0604020202020204" pitchFamily="34" charset="0"/>
              <a:buChar char="•"/>
            </a:pPr>
            <a:r>
              <a:rPr dirty="0">
                <a:latin typeface="楷体" panose="02010609060101010101" charset="-122"/>
                <a:ea typeface="楷体" panose="02010609060101010101" charset="-122"/>
              </a:rPr>
              <a:t>服务层使用Spring Boot框架简化配置，利用Spring Transaction管理事务，确保数据操作的</a:t>
            </a:r>
            <a:r>
              <a:rPr lang="zh-CN" altLang="en-US" b="1" dirty="0">
                <a:solidFill>
                  <a:schemeClr val="accent5"/>
                </a:solidFill>
                <a:latin typeface="楷体" panose="02010609060101010101" charset="-122"/>
                <a:ea typeface="楷体" panose="02010609060101010101" charset="-122"/>
              </a:rPr>
              <a:t>一致性和完整性</a:t>
            </a:r>
            <a:r>
              <a:rPr dirty="0">
                <a:latin typeface="楷体" panose="02010609060101010101" charset="-122"/>
                <a:ea typeface="楷体" panose="02010609060101010101" charset="-122"/>
              </a:rPr>
              <a:t>。业务接口和实现类的设计，通过接口定义业务方法（如用户注册、登录、信息更新），实现类具体处理这些方法中的业务逻辑和数据操作</a:t>
            </a:r>
            <a:r>
              <a:rPr lang="zh-CN" dirty="0">
                <a:latin typeface="楷体" panose="02010609060101010101" charset="-122"/>
                <a:ea typeface="楷体" panose="02010609060101010101" charset="-122"/>
              </a:rPr>
              <a:t>。</a:t>
            </a:r>
            <a:r>
              <a:rPr dirty="0">
                <a:latin typeface="楷体" panose="02010609060101010101" charset="-122"/>
                <a:ea typeface="楷体" panose="02010609060101010101" charset="-122"/>
              </a:rPr>
              <a:t>。</a:t>
            </a:r>
            <a:endParaRPr dirty="0">
              <a:latin typeface="楷体" panose="02010609060101010101" charset="-122"/>
              <a:ea typeface="楷体" panose="02010609060101010101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AD2218-D929-41A1-9A96-21586A0BD13D}" type="slidenum">
              <a:rPr lang="zh-CN" altLang="en-US" smtClean="0"/>
            </a:fld>
            <a:endParaRPr lang="zh-CN" altLang="en-US"/>
          </a:p>
        </p:txBody>
      </p:sp>
      <p:sp>
        <p:nvSpPr>
          <p:cNvPr id="3" name="灯片编号占位符 1"/>
          <p:cNvSpPr txBox="1"/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6AD2218-D929-41A1-9A96-21586A0BD13D}" type="slidenum">
              <a:rPr lang="zh-CN" altLang="en-US" smtClean="0"/>
            </a:fld>
            <a:endParaRPr lang="zh-CN" altLang="en-US"/>
          </a:p>
        </p:txBody>
      </p:sp>
      <p:sp>
        <p:nvSpPr>
          <p:cNvPr id="4" name="灯片编号占位符 1"/>
          <p:cNvSpPr txBox="1"/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6AD2218-D929-41A1-9A96-21586A0BD13D}" type="slidenum">
              <a:rPr lang="zh-CN" altLang="en-US" smtClean="0"/>
            </a:fld>
            <a:endParaRPr lang="zh-CN" altLang="en-US"/>
          </a:p>
        </p:txBody>
      </p:sp>
      <p:sp>
        <p:nvSpPr>
          <p:cNvPr id="5" name="灯片编号占位符 1"/>
          <p:cNvSpPr txBox="1"/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6AD2218-D929-41A1-9A96-21586A0BD13D}" type="slidenum">
              <a:rPr lang="zh-CN" altLang="en-US" smtClean="0"/>
            </a:fld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 rot="5400000">
            <a:off x="5993293" y="659296"/>
            <a:ext cx="205410" cy="121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Source Han Sans SC" panose="020B0500000000000000" pitchFamily="34" charset="-122"/>
              <a:ea typeface="Source Han Sans SC" panose="020B0500000000000000" pitchFamily="34" charset="-122"/>
              <a:sym typeface="Source Han Sans SC" panose="020B0500000000000000" pitchFamily="34" charset="-122"/>
            </a:endParaRPr>
          </a:p>
        </p:txBody>
      </p:sp>
      <p:sp>
        <p:nvSpPr>
          <p:cNvPr id="7" name="Freeform 56"/>
          <p:cNvSpPr/>
          <p:nvPr/>
        </p:nvSpPr>
        <p:spPr bwMode="auto">
          <a:xfrm>
            <a:off x="10621765" y="-9413"/>
            <a:ext cx="1568647" cy="1131310"/>
          </a:xfrm>
          <a:custGeom>
            <a:avLst/>
            <a:gdLst>
              <a:gd name="T0" fmla="*/ 279 w 1633"/>
              <a:gd name="T1" fmla="*/ 305 h 1179"/>
              <a:gd name="T2" fmla="*/ 1633 w 1633"/>
              <a:gd name="T3" fmla="*/ 1179 h 1179"/>
              <a:gd name="T4" fmla="*/ 1633 w 1633"/>
              <a:gd name="T5" fmla="*/ 0 h 1179"/>
              <a:gd name="T6" fmla="*/ 0 w 1633"/>
              <a:gd name="T7" fmla="*/ 0 h 1179"/>
              <a:gd name="T8" fmla="*/ 279 w 1633"/>
              <a:gd name="T9" fmla="*/ 305 h 117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633" h="1179">
                <a:moveTo>
                  <a:pt x="279" y="305"/>
                </a:moveTo>
                <a:cubicBezTo>
                  <a:pt x="686" y="520"/>
                  <a:pt x="1288" y="562"/>
                  <a:pt x="1633" y="1179"/>
                </a:cubicBezTo>
                <a:cubicBezTo>
                  <a:pt x="1633" y="0"/>
                  <a:pt x="1633" y="0"/>
                  <a:pt x="1633" y="0"/>
                </a:cubicBezTo>
                <a:cubicBezTo>
                  <a:pt x="0" y="0"/>
                  <a:pt x="0" y="0"/>
                  <a:pt x="0" y="0"/>
                </a:cubicBezTo>
                <a:cubicBezTo>
                  <a:pt x="22" y="97"/>
                  <a:pt x="95" y="207"/>
                  <a:pt x="279" y="305"/>
                </a:cubicBezTo>
                <a:close/>
              </a:path>
            </a:pathLst>
          </a:custGeom>
          <a:solidFill>
            <a:srgbClr val="002060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latin typeface="Source Han Sans SC" panose="020B0500000000000000" pitchFamily="34" charset="-122"/>
              <a:ea typeface="Source Han Sans SC" panose="020B0500000000000000" pitchFamily="34" charset="-122"/>
              <a:sym typeface="Source Han Sans SC" panose="020B0500000000000000" pitchFamily="34" charset="-122"/>
            </a:endParaRPr>
          </a:p>
        </p:txBody>
      </p:sp>
      <p:sp>
        <p:nvSpPr>
          <p:cNvPr id="9" name="灯片编号占位符 1"/>
          <p:cNvSpPr txBox="1"/>
          <p:nvPr/>
        </p:nvSpPr>
        <p:spPr>
          <a:xfrm>
            <a:off x="8731250" y="6371590"/>
            <a:ext cx="2622550" cy="34988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6AD2218-D929-41A1-9A96-21586A0BD13D}" type="slidenum">
              <a:rPr lang="zh-CN" altLang="en-US" smtClean="0"/>
            </a:fld>
            <a:endParaRPr lang="zh-CN" altLang="en-US"/>
          </a:p>
        </p:txBody>
      </p:sp>
      <p:sp>
        <p:nvSpPr>
          <p:cNvPr id="10" name="Title 1"/>
          <p:cNvSpPr txBox="1"/>
          <p:nvPr>
            <p:custDataLst>
              <p:tags r:id="rId1"/>
            </p:custDataLst>
          </p:nvPr>
        </p:nvSpPr>
        <p:spPr>
          <a:xfrm>
            <a:off x="857880" y="123478"/>
            <a:ext cx="3232906" cy="379477"/>
          </a:xfrm>
          <a:prstGeom prst="rect">
            <a:avLst/>
          </a:prstGeom>
        </p:spPr>
        <p:txBody>
          <a:bodyPr lIns="0" rIns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1800" b="1" dirty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第五章   事故发生的主要原因</a:t>
            </a:r>
            <a:endParaRPr lang="zh-CN" altLang="en-US" sz="1800" b="1" dirty="0">
              <a:solidFill>
                <a:schemeClr val="bg1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1" name="矩形 10"/>
          <p:cNvSpPr/>
          <p:nvPr/>
        </p:nvSpPr>
        <p:spPr>
          <a:xfrm rot="5400000">
            <a:off x="-143627" y="436925"/>
            <a:ext cx="842778" cy="5555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Source Han Sans SC" panose="020B0500000000000000" pitchFamily="34" charset="-122"/>
              <a:ea typeface="Source Han Sans SC" panose="020B0500000000000000" pitchFamily="34" charset="-122"/>
              <a:sym typeface="Source Han Sans SC" panose="020B0500000000000000" pitchFamily="3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645160" y="293370"/>
            <a:ext cx="32329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000000">
                    <a:lumMod val="75000"/>
                    <a:lumOff val="25000"/>
                  </a:srgbClr>
                </a:solidFill>
                <a:latin typeface="楷体" panose="02010609060101010101" charset="-122"/>
                <a:ea typeface="楷体" panose="02010609060101010101" charset="-122"/>
                <a:sym typeface="Source Han Sans SC" panose="020B0500000000000000" pitchFamily="34" charset="-122"/>
              </a:rPr>
              <a:t>底层架构设计</a:t>
            </a:r>
            <a:endParaRPr lang="zh-CN" altLang="en-US" sz="3600" b="1" dirty="0">
              <a:solidFill>
                <a:srgbClr val="000000">
                  <a:lumMod val="75000"/>
                  <a:lumOff val="25000"/>
                </a:srgbClr>
              </a:solidFill>
              <a:latin typeface="Source Han Sans SC" panose="020B0500000000000000" pitchFamily="34" charset="-122"/>
              <a:ea typeface="Source Han Sans SC" panose="020B0500000000000000" pitchFamily="34" charset="-122"/>
              <a:sym typeface="Source Han Sans SC" panose="020B0500000000000000" pitchFamily="3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682200" y="697651"/>
            <a:ext cx="4395470" cy="29273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20000"/>
              </a:lnSpc>
              <a:buClrTx/>
              <a:buSzTx/>
              <a:buFontTx/>
              <a:defRPr/>
            </a:pPr>
            <a:r>
              <a:rPr lang="en-US" altLang="zh-CN" dirty="0">
                <a:solidFill>
                  <a:srgbClr val="000000">
                    <a:lumMod val="75000"/>
                    <a:lumOff val="25000"/>
                  </a:srgbClr>
                </a:solidFill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  <a:sym typeface="+mn-lt"/>
              </a:rPr>
              <a:t>Infrastructure design</a:t>
            </a:r>
            <a:endParaRPr lang="en-US" altLang="zh-CN" dirty="0">
              <a:solidFill>
                <a:srgbClr val="000000">
                  <a:lumMod val="75000"/>
                  <a:lumOff val="25000"/>
                </a:srgbClr>
              </a:solidFill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  <a:sym typeface="+mn-lt"/>
            </a:endParaRPr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4009" y="1612210"/>
            <a:ext cx="4501091" cy="2849528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</a:effectLst>
        </p:spPr>
      </p:pic>
      <p:pic>
        <p:nvPicPr>
          <p:cNvPr id="19" name="图片 1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243" y="1644887"/>
            <a:ext cx="4397857" cy="2784173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sp>
        <p:nvSpPr>
          <p:cNvPr id="20" name="Freeform 52"/>
          <p:cNvSpPr/>
          <p:nvPr/>
        </p:nvSpPr>
        <p:spPr bwMode="auto">
          <a:xfrm>
            <a:off x="6315044" y="5298625"/>
            <a:ext cx="5705446" cy="806672"/>
          </a:xfrm>
          <a:custGeom>
            <a:avLst/>
            <a:gdLst>
              <a:gd name="T0" fmla="*/ 0 w 5311"/>
              <a:gd name="T1" fmla="*/ 4320 h 4320"/>
              <a:gd name="T2" fmla="*/ 5311 w 5311"/>
              <a:gd name="T3" fmla="*/ 4320 h 4320"/>
              <a:gd name="T4" fmla="*/ 3800 w 5311"/>
              <a:gd name="T5" fmla="*/ 1644 h 4320"/>
              <a:gd name="T6" fmla="*/ 2891 w 5311"/>
              <a:gd name="T7" fmla="*/ 0 h 4320"/>
              <a:gd name="T8" fmla="*/ 0 w 5311"/>
              <a:gd name="T9" fmla="*/ 0 h 4320"/>
              <a:gd name="T10" fmla="*/ 0 w 5311"/>
              <a:gd name="T11" fmla="*/ 4320 h 43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5311" h="4320">
                <a:moveTo>
                  <a:pt x="0" y="4320"/>
                </a:moveTo>
                <a:cubicBezTo>
                  <a:pt x="5311" y="4320"/>
                  <a:pt x="5311" y="4320"/>
                  <a:pt x="5311" y="4320"/>
                </a:cubicBezTo>
                <a:cubicBezTo>
                  <a:pt x="5281" y="3020"/>
                  <a:pt x="4789" y="2633"/>
                  <a:pt x="3800" y="1644"/>
                </a:cubicBezTo>
                <a:cubicBezTo>
                  <a:pt x="3028" y="873"/>
                  <a:pt x="2904" y="264"/>
                  <a:pt x="2891" y="0"/>
                </a:cubicBezTo>
                <a:cubicBezTo>
                  <a:pt x="0" y="0"/>
                  <a:pt x="0" y="0"/>
                  <a:pt x="0" y="0"/>
                </a:cubicBezTo>
                <a:lnTo>
                  <a:pt x="0" y="4320"/>
                </a:lnTo>
                <a:close/>
              </a:path>
            </a:pathLst>
          </a:custGeom>
          <a:solidFill>
            <a:schemeClr val="bg1">
              <a:lumMod val="95000"/>
              <a:alpha val="29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indent="0" algn="l">
              <a:buClrTx/>
              <a:buSzTx/>
              <a:buFont typeface="Arial" panose="020B0604020202020204" pitchFamily="34" charset="0"/>
              <a:buNone/>
            </a:pPr>
            <a:endParaRPr lang="zh-CN" altLang="en-US" dirty="0">
              <a:latin typeface="楷体" panose="02010609060101010101" charset="-122"/>
              <a:ea typeface="楷体" panose="02010609060101010101" charset="-122"/>
              <a:sym typeface="Source Han Sans SC" panose="020B0500000000000000" pitchFamily="34" charset="-122"/>
            </a:endParaRPr>
          </a:p>
        </p:txBody>
      </p:sp>
      <p:sp>
        <p:nvSpPr>
          <p:cNvPr id="21" name="Freeform 52"/>
          <p:cNvSpPr/>
          <p:nvPr/>
        </p:nvSpPr>
        <p:spPr bwMode="auto">
          <a:xfrm>
            <a:off x="5815299" y="3138641"/>
            <a:ext cx="5705446" cy="708176"/>
          </a:xfrm>
          <a:custGeom>
            <a:avLst/>
            <a:gdLst>
              <a:gd name="T0" fmla="*/ 0 w 5311"/>
              <a:gd name="T1" fmla="*/ 4320 h 4320"/>
              <a:gd name="T2" fmla="*/ 5311 w 5311"/>
              <a:gd name="T3" fmla="*/ 4320 h 4320"/>
              <a:gd name="T4" fmla="*/ 3800 w 5311"/>
              <a:gd name="T5" fmla="*/ 1644 h 4320"/>
              <a:gd name="T6" fmla="*/ 2891 w 5311"/>
              <a:gd name="T7" fmla="*/ 0 h 4320"/>
              <a:gd name="T8" fmla="*/ 0 w 5311"/>
              <a:gd name="T9" fmla="*/ 0 h 4320"/>
              <a:gd name="T10" fmla="*/ 0 w 5311"/>
              <a:gd name="T11" fmla="*/ 4320 h 43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5311" h="4320">
                <a:moveTo>
                  <a:pt x="0" y="4320"/>
                </a:moveTo>
                <a:cubicBezTo>
                  <a:pt x="5311" y="4320"/>
                  <a:pt x="5311" y="4320"/>
                  <a:pt x="5311" y="4320"/>
                </a:cubicBezTo>
                <a:cubicBezTo>
                  <a:pt x="5281" y="3020"/>
                  <a:pt x="4789" y="2633"/>
                  <a:pt x="3800" y="1644"/>
                </a:cubicBezTo>
                <a:cubicBezTo>
                  <a:pt x="3028" y="873"/>
                  <a:pt x="2904" y="264"/>
                  <a:pt x="2891" y="0"/>
                </a:cubicBezTo>
                <a:cubicBezTo>
                  <a:pt x="0" y="0"/>
                  <a:pt x="0" y="0"/>
                  <a:pt x="0" y="0"/>
                </a:cubicBezTo>
                <a:lnTo>
                  <a:pt x="0" y="4320"/>
                </a:lnTo>
                <a:close/>
              </a:path>
            </a:pathLst>
          </a:custGeom>
          <a:solidFill>
            <a:schemeClr val="bg1">
              <a:lumMod val="95000"/>
              <a:alpha val="29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285750" indent="-285750" algn="l"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dirty="0">
                <a:latin typeface="楷体" panose="02010609060101010101" charset="-122"/>
                <a:ea typeface="楷体" panose="02010609060101010101" charset="-122"/>
              </a:rPr>
              <a:t>数据库</a:t>
            </a:r>
            <a:endParaRPr lang="zh-CN" altLang="en-US" dirty="0">
              <a:latin typeface="楷体" panose="02010609060101010101" charset="-122"/>
              <a:ea typeface="楷体" panose="02010609060101010101" charset="-122"/>
            </a:endParaRPr>
          </a:p>
          <a:p>
            <a:pPr indent="0" algn="l">
              <a:buClrTx/>
              <a:buSzTx/>
              <a:buFont typeface="Arial" panose="020B0604020202020204" pitchFamily="34" charset="0"/>
              <a:buNone/>
            </a:pPr>
            <a:r>
              <a:rPr lang="zh-CN" altLang="en-US" dirty="0">
                <a:latin typeface="楷体" panose="02010609060101010101" charset="-122"/>
                <a:ea typeface="楷体" panose="02010609060101010101" charset="-122"/>
              </a:rPr>
              <a:t>选择: 采用MySQL 8.0作为数据库管理系统。</a:t>
            </a:r>
            <a:endParaRPr lang="zh-CN" altLang="en-US" dirty="0">
              <a:latin typeface="楷体" panose="02010609060101010101" charset="-122"/>
              <a:ea typeface="楷体" panose="02010609060101010101" charset="-122"/>
            </a:endParaRPr>
          </a:p>
          <a:p>
            <a:pPr indent="0" algn="l">
              <a:buClrTx/>
              <a:buSzTx/>
              <a:buFont typeface="Arial" panose="020B0604020202020204" pitchFamily="34" charset="0"/>
              <a:buNone/>
            </a:pPr>
            <a:r>
              <a:rPr lang="zh-CN" altLang="en-US" dirty="0">
                <a:latin typeface="楷体" panose="02010609060101010101" charset="-122"/>
                <a:ea typeface="楷体" panose="02010609060101010101" charset="-122"/>
              </a:rPr>
              <a:t>设计: 设计符合第三范式的数据库表结构，确保数据的规范性和完整性。</a:t>
            </a:r>
            <a:endParaRPr lang="zh-CN" altLang="en-US" dirty="0">
              <a:latin typeface="楷体" panose="02010609060101010101" charset="-122"/>
              <a:ea typeface="楷体" panose="02010609060101010101" charset="-122"/>
            </a:endParaRPr>
          </a:p>
          <a:p>
            <a:pPr indent="0" algn="l">
              <a:buClrTx/>
              <a:buSzTx/>
              <a:buFont typeface="Arial" panose="020B0604020202020204" pitchFamily="34" charset="0"/>
              <a:buNone/>
            </a:pPr>
            <a:endParaRPr lang="zh-CN" altLang="en-US" dirty="0"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22" name="Freeform 52"/>
          <p:cNvSpPr/>
          <p:nvPr/>
        </p:nvSpPr>
        <p:spPr bwMode="auto">
          <a:xfrm>
            <a:off x="5815299" y="4355826"/>
            <a:ext cx="5471733" cy="2122156"/>
          </a:xfrm>
          <a:custGeom>
            <a:avLst/>
            <a:gdLst>
              <a:gd name="T0" fmla="*/ 0 w 5311"/>
              <a:gd name="T1" fmla="*/ 4320 h 4320"/>
              <a:gd name="T2" fmla="*/ 5311 w 5311"/>
              <a:gd name="T3" fmla="*/ 4320 h 4320"/>
              <a:gd name="T4" fmla="*/ 3800 w 5311"/>
              <a:gd name="T5" fmla="*/ 1644 h 4320"/>
              <a:gd name="T6" fmla="*/ 2891 w 5311"/>
              <a:gd name="T7" fmla="*/ 0 h 4320"/>
              <a:gd name="T8" fmla="*/ 0 w 5311"/>
              <a:gd name="T9" fmla="*/ 0 h 4320"/>
              <a:gd name="T10" fmla="*/ 0 w 5311"/>
              <a:gd name="T11" fmla="*/ 4320 h 43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5311" h="4320">
                <a:moveTo>
                  <a:pt x="0" y="4320"/>
                </a:moveTo>
                <a:cubicBezTo>
                  <a:pt x="5311" y="4320"/>
                  <a:pt x="5311" y="4320"/>
                  <a:pt x="5311" y="4320"/>
                </a:cubicBezTo>
                <a:cubicBezTo>
                  <a:pt x="5281" y="3020"/>
                  <a:pt x="4789" y="2633"/>
                  <a:pt x="3800" y="1644"/>
                </a:cubicBezTo>
                <a:cubicBezTo>
                  <a:pt x="3028" y="873"/>
                  <a:pt x="2904" y="264"/>
                  <a:pt x="2891" y="0"/>
                </a:cubicBezTo>
                <a:cubicBezTo>
                  <a:pt x="0" y="0"/>
                  <a:pt x="0" y="0"/>
                  <a:pt x="0" y="0"/>
                </a:cubicBezTo>
                <a:lnTo>
                  <a:pt x="0" y="4320"/>
                </a:lnTo>
                <a:close/>
              </a:path>
            </a:pathLst>
          </a:custGeom>
          <a:solidFill>
            <a:schemeClr val="bg1">
              <a:lumMod val="95000"/>
              <a:alpha val="29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285750" indent="-285750" algn="l">
              <a:buClrTx/>
              <a:buSzTx/>
              <a:buFont typeface="Arial" panose="020B0604020202020204" pitchFamily="34" charset="0"/>
              <a:buChar char="•"/>
            </a:pPr>
            <a:r>
              <a:rPr dirty="0">
                <a:latin typeface="楷体" panose="02010609060101010101" charset="-122"/>
                <a:ea typeface="楷体" panose="02010609060101010101" charset="-122"/>
              </a:rPr>
              <a:t>数据处理</a:t>
            </a:r>
            <a:endParaRPr dirty="0">
              <a:latin typeface="楷体" panose="02010609060101010101" charset="-122"/>
              <a:ea typeface="楷体" panose="02010609060101010101" charset="-122"/>
            </a:endParaRPr>
          </a:p>
          <a:p>
            <a:pPr indent="0" algn="l">
              <a:buClrTx/>
              <a:buSzTx/>
              <a:buFont typeface="Arial" panose="020B0604020202020204" pitchFamily="34" charset="0"/>
              <a:buNone/>
            </a:pPr>
            <a:r>
              <a:rPr dirty="0">
                <a:latin typeface="楷体" panose="02010609060101010101" charset="-122"/>
                <a:ea typeface="楷体" panose="02010609060101010101" charset="-122"/>
              </a:rPr>
              <a:t>数据转换: 在</a:t>
            </a:r>
            <a:r>
              <a:rPr lang="en-US" dirty="0">
                <a:latin typeface="楷体" panose="02010609060101010101" charset="-122"/>
                <a:ea typeface="楷体" panose="02010609060101010101" charset="-122"/>
              </a:rPr>
              <a:t>POJO</a:t>
            </a:r>
            <a:r>
              <a:rPr dirty="0">
                <a:latin typeface="楷体" panose="02010609060101010101" charset="-122"/>
                <a:ea typeface="楷体" panose="02010609060101010101" charset="-122"/>
              </a:rPr>
              <a:t>层进行数据的转换和处理，确保数据格式符合业务逻辑需求。</a:t>
            </a:r>
            <a:endParaRPr dirty="0">
              <a:latin typeface="楷体" panose="02010609060101010101" charset="-122"/>
              <a:ea typeface="楷体" panose="02010609060101010101" charset="-122"/>
            </a:endParaRPr>
          </a:p>
          <a:p>
            <a:pPr indent="0" algn="l">
              <a:buClrTx/>
              <a:buSzTx/>
              <a:buFont typeface="Arial" panose="020B0604020202020204" pitchFamily="34" charset="0"/>
              <a:buNone/>
            </a:pPr>
            <a:r>
              <a:rPr dirty="0">
                <a:latin typeface="楷体" panose="02010609060101010101" charset="-122"/>
                <a:ea typeface="楷体" panose="02010609060101010101" charset="-122"/>
              </a:rPr>
              <a:t>事务管理: 使用Spring Transaction进行事务管理，确保数据操作的一致性和完整性。</a:t>
            </a:r>
            <a:endParaRPr dirty="0"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23" name="Freeform 52"/>
          <p:cNvSpPr/>
          <p:nvPr/>
        </p:nvSpPr>
        <p:spPr bwMode="auto">
          <a:xfrm>
            <a:off x="5741004" y="1141455"/>
            <a:ext cx="5471733" cy="403336"/>
          </a:xfrm>
          <a:custGeom>
            <a:avLst/>
            <a:gdLst>
              <a:gd name="T0" fmla="*/ 0 w 5311"/>
              <a:gd name="T1" fmla="*/ 4320 h 4320"/>
              <a:gd name="T2" fmla="*/ 5311 w 5311"/>
              <a:gd name="T3" fmla="*/ 4320 h 4320"/>
              <a:gd name="T4" fmla="*/ 3800 w 5311"/>
              <a:gd name="T5" fmla="*/ 1644 h 4320"/>
              <a:gd name="T6" fmla="*/ 2891 w 5311"/>
              <a:gd name="T7" fmla="*/ 0 h 4320"/>
              <a:gd name="T8" fmla="*/ 0 w 5311"/>
              <a:gd name="T9" fmla="*/ 0 h 4320"/>
              <a:gd name="T10" fmla="*/ 0 w 5311"/>
              <a:gd name="T11" fmla="*/ 4320 h 43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5311" h="4320">
                <a:moveTo>
                  <a:pt x="0" y="4320"/>
                </a:moveTo>
                <a:cubicBezTo>
                  <a:pt x="5311" y="4320"/>
                  <a:pt x="5311" y="4320"/>
                  <a:pt x="5311" y="4320"/>
                </a:cubicBezTo>
                <a:cubicBezTo>
                  <a:pt x="5281" y="3020"/>
                  <a:pt x="4789" y="2633"/>
                  <a:pt x="3800" y="1644"/>
                </a:cubicBezTo>
                <a:cubicBezTo>
                  <a:pt x="3028" y="873"/>
                  <a:pt x="2904" y="264"/>
                  <a:pt x="2891" y="0"/>
                </a:cubicBezTo>
                <a:cubicBezTo>
                  <a:pt x="0" y="0"/>
                  <a:pt x="0" y="0"/>
                  <a:pt x="0" y="0"/>
                </a:cubicBezTo>
                <a:lnTo>
                  <a:pt x="0" y="4320"/>
                </a:lnTo>
                <a:close/>
              </a:path>
            </a:pathLst>
          </a:custGeom>
          <a:solidFill>
            <a:schemeClr val="bg1">
              <a:lumMod val="95000"/>
              <a:alpha val="29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dirty="0">
                <a:latin typeface="楷体" panose="02010609060101010101" charset="-122"/>
                <a:ea typeface="楷体" panose="02010609060101010101" charset="-122"/>
              </a:rPr>
              <a:t>数据访问层（</a:t>
            </a:r>
            <a:r>
              <a:rPr lang="en-US" dirty="0">
                <a:latin typeface="楷体" panose="02010609060101010101" charset="-122"/>
                <a:ea typeface="楷体" panose="02010609060101010101" charset="-122"/>
              </a:rPr>
              <a:t>POJO</a:t>
            </a:r>
            <a:r>
              <a:rPr dirty="0">
                <a:latin typeface="楷体" panose="02010609060101010101" charset="-122"/>
                <a:ea typeface="楷体" panose="02010609060101010101" charset="-122"/>
              </a:rPr>
              <a:t>层）</a:t>
            </a:r>
            <a:endParaRPr dirty="0">
              <a:latin typeface="楷体" panose="02010609060101010101" charset="-122"/>
              <a:ea typeface="楷体" panose="02010609060101010101" charset="-122"/>
            </a:endParaRPr>
          </a:p>
          <a:p>
            <a:pPr indent="0">
              <a:buFont typeface="Arial" panose="020B0604020202020204" pitchFamily="34" charset="0"/>
              <a:buNone/>
            </a:pPr>
            <a:r>
              <a:rPr dirty="0">
                <a:latin typeface="楷体" panose="02010609060101010101" charset="-122"/>
                <a:ea typeface="楷体" panose="02010609060101010101" charset="-122"/>
              </a:rPr>
              <a:t>职责: 负责与数据库的直接交互，执行CRUD（创建、读取、更新、删除）操作。</a:t>
            </a:r>
            <a:endParaRPr dirty="0">
              <a:latin typeface="楷体" panose="02010609060101010101" charset="-122"/>
              <a:ea typeface="楷体" panose="02010609060101010101" charset="-122"/>
            </a:endParaRPr>
          </a:p>
          <a:p>
            <a:pPr indent="0">
              <a:buFont typeface="Arial" panose="020B0604020202020204" pitchFamily="34" charset="0"/>
              <a:buNone/>
            </a:pPr>
            <a:r>
              <a:rPr dirty="0">
                <a:latin typeface="楷体" panose="02010609060101010101" charset="-122"/>
                <a:ea typeface="楷体" panose="02010609060101010101" charset="-122"/>
              </a:rPr>
              <a:t>技术选型: 使用MyBatis Plus进行ORM映射，简化数据库操作。</a:t>
            </a:r>
            <a:endParaRPr dirty="0">
              <a:latin typeface="楷体" panose="02010609060101010101" charset="-122"/>
              <a:ea typeface="楷体" panose="02010609060101010101" charset="-122"/>
            </a:endParaRPr>
          </a:p>
          <a:p>
            <a:pPr indent="0">
              <a:buFont typeface="Arial" panose="020B0604020202020204" pitchFamily="34" charset="0"/>
              <a:buNone/>
            </a:pPr>
            <a:r>
              <a:rPr dirty="0">
                <a:latin typeface="楷体" panose="02010609060101010101" charset="-122"/>
                <a:ea typeface="楷体" panose="02010609060101010101" charset="-122"/>
              </a:rPr>
              <a:t>实现方式: 定义数据访问接口（Mapper接口），并使用MyBatis注解或XML文件进行SQL语句的映射</a:t>
            </a:r>
            <a:endParaRPr dirty="0">
              <a:latin typeface="楷体" panose="02010609060101010101" charset="-122"/>
              <a:ea typeface="楷体" panose="02010609060101010101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 31"/>
          <p:cNvSpPr/>
          <p:nvPr/>
        </p:nvSpPr>
        <p:spPr>
          <a:xfrm>
            <a:off x="2895066" y="4014791"/>
            <a:ext cx="3200932" cy="2530657"/>
          </a:xfrm>
          <a:custGeom>
            <a:avLst/>
            <a:gdLst/>
            <a:ahLst/>
            <a:cxnLst/>
            <a:rect l="l" t="t" r="r" b="b"/>
            <a:pathLst>
              <a:path w="4646349" h="3839046">
                <a:moveTo>
                  <a:pt x="0" y="0"/>
                </a:moveTo>
                <a:lnTo>
                  <a:pt x="4646349" y="0"/>
                </a:lnTo>
                <a:lnTo>
                  <a:pt x="4646349" y="3839046"/>
                </a:lnTo>
                <a:lnTo>
                  <a:pt x="0" y="3839046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AD2218-D929-41A1-9A96-21586A0BD13D}" type="slidenum">
              <a:rPr lang="zh-CN" altLang="en-US" smtClean="0"/>
            </a:fld>
            <a:endParaRPr lang="zh-CN" altLang="en-US"/>
          </a:p>
        </p:txBody>
      </p:sp>
      <p:sp>
        <p:nvSpPr>
          <p:cNvPr id="3" name="灯片编号占位符 1"/>
          <p:cNvSpPr txBox="1"/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6AD2218-D929-41A1-9A96-21586A0BD13D}" type="slidenum">
              <a:rPr lang="zh-CN" altLang="en-US" smtClean="0"/>
            </a:fld>
            <a:endParaRPr lang="zh-CN" altLang="en-US"/>
          </a:p>
        </p:txBody>
      </p:sp>
      <p:sp>
        <p:nvSpPr>
          <p:cNvPr id="4" name="灯片编号占位符 1"/>
          <p:cNvSpPr txBox="1"/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6AD2218-D929-41A1-9A96-21586A0BD13D}" type="slidenum">
              <a:rPr lang="zh-CN" altLang="en-US" smtClean="0"/>
            </a:fld>
            <a:endParaRPr lang="zh-CN" altLang="en-US"/>
          </a:p>
        </p:txBody>
      </p:sp>
      <p:sp>
        <p:nvSpPr>
          <p:cNvPr id="5" name="灯片编号占位符 1"/>
          <p:cNvSpPr txBox="1"/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6AD2218-D929-41A1-9A96-21586A0BD13D}" type="slidenum">
              <a:rPr lang="zh-CN" altLang="en-US" smtClean="0"/>
            </a:fld>
            <a:endParaRPr lang="zh-CN" altLang="en-US"/>
          </a:p>
        </p:txBody>
      </p:sp>
      <p:sp>
        <p:nvSpPr>
          <p:cNvPr id="6" name="灯片编号占位符 1"/>
          <p:cNvSpPr txBox="1"/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6AD2218-D929-41A1-9A96-21586A0BD13D}" type="slidenum">
              <a:rPr lang="zh-CN" altLang="en-US" smtClean="0"/>
            </a:fld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 rot="5400000">
            <a:off x="5993293" y="659296"/>
            <a:ext cx="205410" cy="121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Source Han Sans SC" panose="020B0500000000000000" pitchFamily="34" charset="-122"/>
              <a:ea typeface="Source Han Sans SC" panose="020B0500000000000000" pitchFamily="34" charset="-122"/>
              <a:sym typeface="Source Han Sans SC" panose="020B0500000000000000" pitchFamily="34" charset="-122"/>
            </a:endParaRPr>
          </a:p>
        </p:txBody>
      </p:sp>
      <p:sp>
        <p:nvSpPr>
          <p:cNvPr id="8" name="Freeform 56"/>
          <p:cNvSpPr/>
          <p:nvPr/>
        </p:nvSpPr>
        <p:spPr bwMode="auto">
          <a:xfrm>
            <a:off x="10621765" y="-9413"/>
            <a:ext cx="1568647" cy="1131310"/>
          </a:xfrm>
          <a:custGeom>
            <a:avLst/>
            <a:gdLst>
              <a:gd name="T0" fmla="*/ 279 w 1633"/>
              <a:gd name="T1" fmla="*/ 305 h 1179"/>
              <a:gd name="T2" fmla="*/ 1633 w 1633"/>
              <a:gd name="T3" fmla="*/ 1179 h 1179"/>
              <a:gd name="T4" fmla="*/ 1633 w 1633"/>
              <a:gd name="T5" fmla="*/ 0 h 1179"/>
              <a:gd name="T6" fmla="*/ 0 w 1633"/>
              <a:gd name="T7" fmla="*/ 0 h 1179"/>
              <a:gd name="T8" fmla="*/ 279 w 1633"/>
              <a:gd name="T9" fmla="*/ 305 h 117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633" h="1179">
                <a:moveTo>
                  <a:pt x="279" y="305"/>
                </a:moveTo>
                <a:cubicBezTo>
                  <a:pt x="686" y="520"/>
                  <a:pt x="1288" y="562"/>
                  <a:pt x="1633" y="1179"/>
                </a:cubicBezTo>
                <a:cubicBezTo>
                  <a:pt x="1633" y="0"/>
                  <a:pt x="1633" y="0"/>
                  <a:pt x="1633" y="0"/>
                </a:cubicBezTo>
                <a:cubicBezTo>
                  <a:pt x="0" y="0"/>
                  <a:pt x="0" y="0"/>
                  <a:pt x="0" y="0"/>
                </a:cubicBezTo>
                <a:cubicBezTo>
                  <a:pt x="22" y="97"/>
                  <a:pt x="95" y="207"/>
                  <a:pt x="279" y="305"/>
                </a:cubicBezTo>
                <a:close/>
              </a:path>
            </a:pathLst>
          </a:custGeom>
          <a:solidFill>
            <a:srgbClr val="002060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latin typeface="Source Han Sans SC" panose="020B0500000000000000" pitchFamily="34" charset="-122"/>
              <a:ea typeface="Source Han Sans SC" panose="020B0500000000000000" pitchFamily="34" charset="-122"/>
              <a:sym typeface="Source Han Sans SC" panose="020B0500000000000000" pitchFamily="34" charset="-122"/>
            </a:endParaRPr>
          </a:p>
        </p:txBody>
      </p:sp>
      <p:sp>
        <p:nvSpPr>
          <p:cNvPr id="10" name="灯片编号占位符 1"/>
          <p:cNvSpPr txBox="1"/>
          <p:nvPr/>
        </p:nvSpPr>
        <p:spPr>
          <a:xfrm>
            <a:off x="8731250" y="6371590"/>
            <a:ext cx="2622550" cy="34988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6AD2218-D929-41A1-9A96-21586A0BD13D}" type="slidenum">
              <a:rPr lang="zh-CN" altLang="en-US" smtClean="0"/>
            </a:fld>
            <a:endParaRPr lang="zh-CN" altLang="en-US"/>
          </a:p>
        </p:txBody>
      </p:sp>
      <p:sp>
        <p:nvSpPr>
          <p:cNvPr id="11" name="Title 1"/>
          <p:cNvSpPr txBox="1"/>
          <p:nvPr>
            <p:custDataLst>
              <p:tags r:id="rId2"/>
            </p:custDataLst>
          </p:nvPr>
        </p:nvSpPr>
        <p:spPr>
          <a:xfrm>
            <a:off x="857880" y="123478"/>
            <a:ext cx="3232906" cy="379477"/>
          </a:xfrm>
          <a:prstGeom prst="rect">
            <a:avLst/>
          </a:prstGeom>
        </p:spPr>
        <p:txBody>
          <a:bodyPr lIns="0" rIns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1800" b="1" dirty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第五章   事故发生的主要原因</a:t>
            </a:r>
            <a:endParaRPr lang="zh-CN" altLang="en-US" sz="1800" b="1" dirty="0">
              <a:solidFill>
                <a:schemeClr val="bg1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2" name="矩形 11"/>
          <p:cNvSpPr/>
          <p:nvPr/>
        </p:nvSpPr>
        <p:spPr>
          <a:xfrm rot="5400000">
            <a:off x="-143627" y="436925"/>
            <a:ext cx="842778" cy="5555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Source Han Sans SC" panose="020B0500000000000000" pitchFamily="34" charset="-122"/>
              <a:ea typeface="Source Han Sans SC" panose="020B0500000000000000" pitchFamily="34" charset="-122"/>
              <a:sym typeface="Source Han Sans SC" panose="020B0500000000000000" pitchFamily="3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645160" y="293370"/>
            <a:ext cx="32329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000000">
                    <a:lumMod val="75000"/>
                    <a:lumOff val="25000"/>
                  </a:srgbClr>
                </a:solidFill>
                <a:latin typeface="楷体" panose="02010609060101010101" charset="-122"/>
                <a:ea typeface="楷体" panose="02010609060101010101" charset="-122"/>
                <a:sym typeface="Source Han Sans SC" panose="020B0500000000000000" pitchFamily="34" charset="-122"/>
              </a:rPr>
              <a:t>客户端设计</a:t>
            </a:r>
            <a:endParaRPr lang="zh-CN" altLang="en-US" sz="3600" b="1" dirty="0">
              <a:solidFill>
                <a:srgbClr val="000000">
                  <a:lumMod val="75000"/>
                  <a:lumOff val="25000"/>
                </a:srgbClr>
              </a:solidFill>
              <a:latin typeface="Source Han Sans SC" panose="020B0500000000000000" pitchFamily="34" charset="-122"/>
              <a:ea typeface="Source Han Sans SC" panose="020B0500000000000000" pitchFamily="34" charset="-122"/>
              <a:sym typeface="Source Han Sans SC" panose="020B0500000000000000" pitchFamily="3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682200" y="697651"/>
            <a:ext cx="4395470" cy="29273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20000"/>
              </a:lnSpc>
              <a:buClrTx/>
              <a:buSzTx/>
              <a:buFontTx/>
              <a:defRPr/>
            </a:pPr>
            <a:r>
              <a:rPr lang="en-US" altLang="zh-CN" dirty="0">
                <a:solidFill>
                  <a:srgbClr val="000000">
                    <a:lumMod val="75000"/>
                    <a:lumOff val="25000"/>
                  </a:srgbClr>
                </a:solidFill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  <a:sym typeface="+mn-lt"/>
              </a:rPr>
              <a:t>Client design</a:t>
            </a:r>
            <a:endParaRPr lang="en-US" altLang="zh-CN" dirty="0">
              <a:solidFill>
                <a:srgbClr val="000000">
                  <a:lumMod val="75000"/>
                  <a:lumOff val="25000"/>
                </a:srgbClr>
              </a:solidFill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  <a:sym typeface="+mn-lt"/>
            </a:endParaRPr>
          </a:p>
        </p:txBody>
      </p:sp>
      <p:pic>
        <p:nvPicPr>
          <p:cNvPr id="50" name="图片 4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721" y="1540357"/>
            <a:ext cx="4402986" cy="2675588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</a:effectLst>
        </p:spPr>
      </p:pic>
      <p:pic>
        <p:nvPicPr>
          <p:cNvPr id="52" name="图片 5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0971" y="1612822"/>
            <a:ext cx="4283736" cy="2530657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sp>
        <p:nvSpPr>
          <p:cNvPr id="53" name="Freeform 52"/>
          <p:cNvSpPr/>
          <p:nvPr/>
        </p:nvSpPr>
        <p:spPr bwMode="auto">
          <a:xfrm>
            <a:off x="5422385" y="978887"/>
            <a:ext cx="5389245" cy="806672"/>
          </a:xfrm>
          <a:custGeom>
            <a:avLst/>
            <a:gdLst>
              <a:gd name="T0" fmla="*/ 0 w 5311"/>
              <a:gd name="T1" fmla="*/ 4320 h 4320"/>
              <a:gd name="T2" fmla="*/ 5311 w 5311"/>
              <a:gd name="T3" fmla="*/ 4320 h 4320"/>
              <a:gd name="T4" fmla="*/ 3800 w 5311"/>
              <a:gd name="T5" fmla="*/ 1644 h 4320"/>
              <a:gd name="T6" fmla="*/ 2891 w 5311"/>
              <a:gd name="T7" fmla="*/ 0 h 4320"/>
              <a:gd name="T8" fmla="*/ 0 w 5311"/>
              <a:gd name="T9" fmla="*/ 0 h 4320"/>
              <a:gd name="T10" fmla="*/ 0 w 5311"/>
              <a:gd name="T11" fmla="*/ 4320 h 43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5311" h="4320">
                <a:moveTo>
                  <a:pt x="0" y="4320"/>
                </a:moveTo>
                <a:cubicBezTo>
                  <a:pt x="5311" y="4320"/>
                  <a:pt x="5311" y="4320"/>
                  <a:pt x="5311" y="4320"/>
                </a:cubicBezTo>
                <a:cubicBezTo>
                  <a:pt x="5281" y="3020"/>
                  <a:pt x="4789" y="2633"/>
                  <a:pt x="3800" y="1644"/>
                </a:cubicBezTo>
                <a:cubicBezTo>
                  <a:pt x="3028" y="873"/>
                  <a:pt x="2904" y="264"/>
                  <a:pt x="2891" y="0"/>
                </a:cubicBezTo>
                <a:cubicBezTo>
                  <a:pt x="0" y="0"/>
                  <a:pt x="0" y="0"/>
                  <a:pt x="0" y="0"/>
                </a:cubicBezTo>
                <a:lnTo>
                  <a:pt x="0" y="4320"/>
                </a:lnTo>
                <a:close/>
              </a:path>
            </a:pathLst>
          </a:custGeom>
          <a:solidFill>
            <a:schemeClr val="bg1">
              <a:lumMod val="95000"/>
              <a:alpha val="29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285750" indent="-285750" algn="l"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dirty="0">
                <a:latin typeface="楷体" panose="02010609060101010101" charset="-122"/>
                <a:ea typeface="楷体" panose="02010609060101010101" charset="-122"/>
              </a:rPr>
              <a:t>Web端设计</a:t>
            </a:r>
            <a:endParaRPr lang="zh-CN" altLang="en-US" dirty="0">
              <a:latin typeface="楷体" panose="02010609060101010101" charset="-122"/>
              <a:ea typeface="楷体" panose="02010609060101010101" charset="-122"/>
            </a:endParaRPr>
          </a:p>
          <a:p>
            <a:pPr indent="0" algn="l">
              <a:buClrTx/>
              <a:buSzTx/>
              <a:buFont typeface="Arial" panose="020B0604020202020204" pitchFamily="34" charset="0"/>
              <a:buNone/>
            </a:pPr>
            <a:r>
              <a:rPr lang="zh-CN" altLang="en-US" dirty="0">
                <a:latin typeface="楷体" panose="02010609060101010101" charset="-122"/>
                <a:ea typeface="楷体" panose="02010609060101010101" charset="-122"/>
              </a:rPr>
              <a:t>技术选型: 使用Vue.js框架进行开发，采用组件化设计，提升开发效率和代码复用性。</a:t>
            </a:r>
            <a:endParaRPr lang="zh-CN" altLang="en-US" dirty="0">
              <a:latin typeface="楷体" panose="02010609060101010101" charset="-122"/>
              <a:ea typeface="楷体" panose="02010609060101010101" charset="-122"/>
            </a:endParaRPr>
          </a:p>
          <a:p>
            <a:pPr indent="0" algn="l">
              <a:buClrTx/>
              <a:buSzTx/>
              <a:buFont typeface="Arial" panose="020B0604020202020204" pitchFamily="34" charset="0"/>
              <a:buNone/>
            </a:pPr>
            <a:r>
              <a:rPr lang="zh-CN" altLang="en-US" dirty="0">
                <a:latin typeface="楷体" panose="02010609060101010101" charset="-122"/>
                <a:ea typeface="楷体" panose="02010609060101010101" charset="-122"/>
              </a:rPr>
              <a:t>交互设计: 通过Vue Router实现前端路由管理，使用Axios进行与后端API的交互，确保数据的实时更新和操作的及时响应。</a:t>
            </a:r>
            <a:endParaRPr lang="zh-CN" altLang="en-US" dirty="0"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54" name="Freeform 52"/>
          <p:cNvSpPr/>
          <p:nvPr/>
        </p:nvSpPr>
        <p:spPr bwMode="auto">
          <a:xfrm>
            <a:off x="5422384" y="2998327"/>
            <a:ext cx="5389245" cy="1319142"/>
          </a:xfrm>
          <a:custGeom>
            <a:avLst/>
            <a:gdLst>
              <a:gd name="T0" fmla="*/ 0 w 5311"/>
              <a:gd name="T1" fmla="*/ 4320 h 4320"/>
              <a:gd name="T2" fmla="*/ 5311 w 5311"/>
              <a:gd name="T3" fmla="*/ 4320 h 4320"/>
              <a:gd name="T4" fmla="*/ 3800 w 5311"/>
              <a:gd name="T5" fmla="*/ 1644 h 4320"/>
              <a:gd name="T6" fmla="*/ 2891 w 5311"/>
              <a:gd name="T7" fmla="*/ 0 h 4320"/>
              <a:gd name="T8" fmla="*/ 0 w 5311"/>
              <a:gd name="T9" fmla="*/ 0 h 4320"/>
              <a:gd name="T10" fmla="*/ 0 w 5311"/>
              <a:gd name="T11" fmla="*/ 4320 h 43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5311" h="4320">
                <a:moveTo>
                  <a:pt x="0" y="4320"/>
                </a:moveTo>
                <a:cubicBezTo>
                  <a:pt x="5311" y="4320"/>
                  <a:pt x="5311" y="4320"/>
                  <a:pt x="5311" y="4320"/>
                </a:cubicBezTo>
                <a:cubicBezTo>
                  <a:pt x="5281" y="3020"/>
                  <a:pt x="4789" y="2633"/>
                  <a:pt x="3800" y="1644"/>
                </a:cubicBezTo>
                <a:cubicBezTo>
                  <a:pt x="3028" y="873"/>
                  <a:pt x="2904" y="264"/>
                  <a:pt x="2891" y="0"/>
                </a:cubicBezTo>
                <a:cubicBezTo>
                  <a:pt x="0" y="0"/>
                  <a:pt x="0" y="0"/>
                  <a:pt x="0" y="0"/>
                </a:cubicBezTo>
                <a:lnTo>
                  <a:pt x="0" y="4320"/>
                </a:lnTo>
                <a:close/>
              </a:path>
            </a:pathLst>
          </a:custGeom>
          <a:solidFill>
            <a:schemeClr val="bg1">
              <a:lumMod val="95000"/>
              <a:alpha val="29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285750" indent="-285750" algn="l">
              <a:buClrTx/>
              <a:buSzTx/>
              <a:buFont typeface="Arial" panose="020B0604020202020204" pitchFamily="34" charset="0"/>
              <a:buChar char="•"/>
            </a:pPr>
            <a:r>
              <a:rPr dirty="0">
                <a:latin typeface="楷体" panose="02010609060101010101" charset="-122"/>
                <a:ea typeface="楷体" panose="02010609060101010101" charset="-122"/>
              </a:rPr>
              <a:t>微信小程序端设计</a:t>
            </a:r>
            <a:endParaRPr dirty="0">
              <a:latin typeface="楷体" panose="02010609060101010101" charset="-122"/>
              <a:ea typeface="楷体" panose="02010609060101010101" charset="-122"/>
            </a:endParaRPr>
          </a:p>
          <a:p>
            <a:pPr indent="0" algn="l">
              <a:buClrTx/>
              <a:buSzTx/>
              <a:buFont typeface="Arial" panose="020B0604020202020204" pitchFamily="34" charset="0"/>
              <a:buNone/>
            </a:pPr>
            <a:r>
              <a:rPr dirty="0">
                <a:latin typeface="楷体" panose="02010609060101010101" charset="-122"/>
                <a:ea typeface="楷体" panose="02010609060101010101" charset="-122"/>
              </a:rPr>
              <a:t>技术选型: 使用微信小程序开发工具进行开发，利用</a:t>
            </a:r>
            <a:r>
              <a:rPr lang="en-US" dirty="0">
                <a:latin typeface="楷体" panose="02010609060101010101" charset="-122"/>
                <a:ea typeface="楷体" panose="02010609060101010101" charset="-122"/>
              </a:rPr>
              <a:t>UNIAPP</a:t>
            </a:r>
            <a:r>
              <a:rPr dirty="0">
                <a:latin typeface="楷体" panose="02010609060101010101" charset="-122"/>
                <a:ea typeface="楷体" panose="02010609060101010101" charset="-122"/>
              </a:rPr>
              <a:t>和JavaScript进行界面和逻辑的实现。交互设计: 通过微信小程序的API进行数据请求和处理，确保功能的完整性和易用性。</a:t>
            </a:r>
            <a:endParaRPr dirty="0">
              <a:latin typeface="楷体" panose="02010609060101010101" charset="-122"/>
              <a:ea typeface="楷体" panose="02010609060101010101" charset="-122"/>
            </a:endParaRP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94546" y="4472052"/>
            <a:ext cx="2022348" cy="1420853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AD2218-D929-41A1-9A96-21586A0BD13D}" type="slidenum">
              <a:rPr lang="zh-CN" altLang="en-US" smtClean="0"/>
            </a:fld>
            <a:endParaRPr lang="zh-CN" altLang="en-US"/>
          </a:p>
        </p:txBody>
      </p:sp>
      <p:sp>
        <p:nvSpPr>
          <p:cNvPr id="3" name="灯片编号占位符 1"/>
          <p:cNvSpPr txBox="1"/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6AD2218-D929-41A1-9A96-21586A0BD13D}" type="slidenum">
              <a:rPr lang="zh-CN" altLang="en-US" smtClean="0"/>
            </a:fld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0" y="-1"/>
            <a:ext cx="12192000" cy="4102101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pic>
        <p:nvPicPr>
          <p:cNvPr id="5" name="图片占位符 12"/>
          <p:cNvPicPr>
            <a:picLocks noChangeAspect="1"/>
          </p:cNvPicPr>
          <p:nvPr/>
        </p:nvPicPr>
        <p:blipFill rotWithShape="1">
          <a:blip r:embed="rId1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18084" b="18087"/>
          <a:stretch>
            <a:fillRect/>
          </a:stretch>
        </p:blipFill>
        <p:spPr>
          <a:xfrm>
            <a:off x="531495" y="660717"/>
            <a:ext cx="11049000" cy="5641976"/>
          </a:xfrm>
          <a:prstGeom prst="roundRect">
            <a:avLst>
              <a:gd name="adj" fmla="val 3701"/>
            </a:avLst>
          </a:prstGeom>
          <a:effectLst>
            <a:softEdge rad="0"/>
          </a:effectLst>
        </p:spPr>
      </p:pic>
      <p:sp>
        <p:nvSpPr>
          <p:cNvPr id="6" name="矩形: 圆角 1"/>
          <p:cNvSpPr/>
          <p:nvPr/>
        </p:nvSpPr>
        <p:spPr>
          <a:xfrm>
            <a:off x="531495" y="660717"/>
            <a:ext cx="11049000" cy="5641976"/>
          </a:xfrm>
          <a:prstGeom prst="roundRect">
            <a:avLst>
              <a:gd name="adj" fmla="val 3422"/>
            </a:avLst>
          </a:prstGeom>
          <a:gradFill>
            <a:gsLst>
              <a:gs pos="0">
                <a:srgbClr val="FFFFFF"/>
              </a:gs>
              <a:gs pos="37000">
                <a:srgbClr val="FFFFFF">
                  <a:alpha val="77000"/>
                </a:srgbClr>
              </a:gs>
              <a:gs pos="70000">
                <a:srgbClr val="FFFFFF">
                  <a:alpha val="43000"/>
                </a:srgbClr>
              </a:gs>
              <a:gs pos="99000">
                <a:srgbClr val="FFFFFF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7" name="椭圆 6"/>
          <p:cNvSpPr/>
          <p:nvPr/>
        </p:nvSpPr>
        <p:spPr>
          <a:xfrm>
            <a:off x="1816100" y="1841500"/>
            <a:ext cx="3175000" cy="3175000"/>
          </a:xfrm>
          <a:prstGeom prst="ellipse">
            <a:avLst/>
          </a:prstGeom>
          <a:solidFill>
            <a:srgbClr val="002060"/>
          </a:solidFill>
          <a:ln>
            <a:noFill/>
          </a:ln>
          <a:effectLst>
            <a:outerShdw blurRad="406400" sx="102000" sy="102000" algn="ctr" rotWithShape="0">
              <a:prstClr val="black">
                <a:alpha val="26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ea"/>
              <a:sym typeface="+mn-lt"/>
            </a:endParaRPr>
          </a:p>
        </p:txBody>
      </p:sp>
      <p:cxnSp>
        <p:nvCxnSpPr>
          <p:cNvPr id="8" name="直接连接符 7"/>
          <p:cNvCxnSpPr/>
          <p:nvPr/>
        </p:nvCxnSpPr>
        <p:spPr>
          <a:xfrm flipH="1">
            <a:off x="3594100" y="1079500"/>
            <a:ext cx="620714" cy="620713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 flipH="1">
            <a:off x="3984627" y="1496219"/>
            <a:ext cx="230186" cy="230187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 flipH="1">
            <a:off x="3079750" y="5133974"/>
            <a:ext cx="620714" cy="620713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 flipH="1">
            <a:off x="3003550" y="5145087"/>
            <a:ext cx="230186" cy="230187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>
            <p:custDataLst>
              <p:tags r:id="rId3"/>
            </p:custDataLst>
          </p:nvPr>
        </p:nvGrpSpPr>
        <p:grpSpPr>
          <a:xfrm>
            <a:off x="5615599" y="2539041"/>
            <a:ext cx="5373421" cy="1675581"/>
            <a:chOff x="3733247" y="1137590"/>
            <a:chExt cx="7422067" cy="1675581"/>
          </a:xfrm>
        </p:grpSpPr>
        <p:sp>
          <p:nvSpPr>
            <p:cNvPr id="13" name="文本框 12"/>
            <p:cNvSpPr txBox="1"/>
            <p:nvPr>
              <p:custDataLst>
                <p:tags r:id="rId4"/>
              </p:custDataLst>
            </p:nvPr>
          </p:nvSpPr>
          <p:spPr>
            <a:xfrm>
              <a:off x="3733247" y="1137590"/>
              <a:ext cx="5999415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4800" b="1" dirty="0">
                  <a:solidFill>
                    <a:srgbClr val="000000">
                      <a:lumMod val="75000"/>
                      <a:lumOff val="25000"/>
                    </a:srgbClr>
                  </a:solidFill>
                  <a:latin typeface="等线" panose="02010600030101010101" charset="-122"/>
                  <a:ea typeface="等线" panose="02010600030101010101" charset="-122"/>
                  <a:cs typeface="+mn-ea"/>
                  <a:sym typeface="+mn-lt"/>
                </a:rPr>
                <a:t>系统实现</a:t>
              </a:r>
              <a:endParaRPr kumimoji="0" lang="zh-CN" altLang="en-US" sz="4800" b="1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  <p:sp>
          <p:nvSpPr>
            <p:cNvPr id="14" name="文本框 13"/>
            <p:cNvSpPr txBox="1"/>
            <p:nvPr>
              <p:custDataLst>
                <p:tags r:id="rId5"/>
              </p:custDataLst>
            </p:nvPr>
          </p:nvSpPr>
          <p:spPr>
            <a:xfrm>
              <a:off x="3733247" y="2123815"/>
              <a:ext cx="7422067" cy="689356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14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3600" b="1" u="none" strike="noStrike" kern="1200" cap="none" spc="0" normalizeH="0" baseline="0" noProof="0" dirty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ea"/>
                  <a:sym typeface="+mn-lt"/>
                </a:rPr>
                <a:t>System implementation</a:t>
              </a:r>
              <a:endParaRPr kumimoji="0" lang="en-US" altLang="zh-CN" sz="3600" b="1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</p:grpSp>
      <p:sp>
        <p:nvSpPr>
          <p:cNvPr id="15" name="文本框 14"/>
          <p:cNvSpPr txBox="1"/>
          <p:nvPr/>
        </p:nvSpPr>
        <p:spPr>
          <a:xfrm>
            <a:off x="1917700" y="3434478"/>
            <a:ext cx="2895600" cy="646331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0" i="1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rPr>
              <a:t>Part Three</a:t>
            </a:r>
            <a:endParaRPr kumimoji="0" lang="zh-CN" altLang="en-US" sz="3600" b="0" i="1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ea"/>
              <a:sym typeface="+mn-lt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1917700" y="2788147"/>
            <a:ext cx="2895600" cy="707886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rPr>
              <a:t>三</a:t>
            </a:r>
            <a:endParaRPr kumimoji="0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矩形 64"/>
          <p:cNvSpPr/>
          <p:nvPr/>
        </p:nvSpPr>
        <p:spPr>
          <a:xfrm rot="5400000">
            <a:off x="5993293" y="659296"/>
            <a:ext cx="205410" cy="121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Source Han Sans SC" panose="020B0500000000000000" pitchFamily="34" charset="-122"/>
              <a:ea typeface="Source Han Sans SC" panose="020B0500000000000000" pitchFamily="34" charset="-122"/>
              <a:sym typeface="Source Han Sans SC" panose="020B0500000000000000" pitchFamily="34" charset="-122"/>
            </a:endParaRPr>
          </a:p>
        </p:txBody>
      </p:sp>
      <p:sp>
        <p:nvSpPr>
          <p:cNvPr id="66" name="Freeform 56"/>
          <p:cNvSpPr/>
          <p:nvPr/>
        </p:nvSpPr>
        <p:spPr bwMode="auto">
          <a:xfrm>
            <a:off x="10621765" y="-9413"/>
            <a:ext cx="1568647" cy="1131310"/>
          </a:xfrm>
          <a:custGeom>
            <a:avLst/>
            <a:gdLst>
              <a:gd name="T0" fmla="*/ 279 w 1633"/>
              <a:gd name="T1" fmla="*/ 305 h 1179"/>
              <a:gd name="T2" fmla="*/ 1633 w 1633"/>
              <a:gd name="T3" fmla="*/ 1179 h 1179"/>
              <a:gd name="T4" fmla="*/ 1633 w 1633"/>
              <a:gd name="T5" fmla="*/ 0 h 1179"/>
              <a:gd name="T6" fmla="*/ 0 w 1633"/>
              <a:gd name="T7" fmla="*/ 0 h 1179"/>
              <a:gd name="T8" fmla="*/ 279 w 1633"/>
              <a:gd name="T9" fmla="*/ 305 h 117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633" h="1179">
                <a:moveTo>
                  <a:pt x="279" y="305"/>
                </a:moveTo>
                <a:cubicBezTo>
                  <a:pt x="686" y="520"/>
                  <a:pt x="1288" y="562"/>
                  <a:pt x="1633" y="1179"/>
                </a:cubicBezTo>
                <a:cubicBezTo>
                  <a:pt x="1633" y="0"/>
                  <a:pt x="1633" y="0"/>
                  <a:pt x="1633" y="0"/>
                </a:cubicBezTo>
                <a:cubicBezTo>
                  <a:pt x="0" y="0"/>
                  <a:pt x="0" y="0"/>
                  <a:pt x="0" y="0"/>
                </a:cubicBezTo>
                <a:cubicBezTo>
                  <a:pt x="22" y="97"/>
                  <a:pt x="95" y="207"/>
                  <a:pt x="279" y="305"/>
                </a:cubicBezTo>
                <a:close/>
              </a:path>
            </a:pathLst>
          </a:custGeom>
          <a:solidFill>
            <a:srgbClr val="002060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latin typeface="Source Han Sans SC" panose="020B0500000000000000" pitchFamily="34" charset="-122"/>
              <a:ea typeface="Source Han Sans SC" panose="020B0500000000000000" pitchFamily="34" charset="-122"/>
              <a:sym typeface="Source Han Sans SC" panose="020B0500000000000000" pitchFamily="34" charset="-122"/>
            </a:endParaRPr>
          </a:p>
        </p:txBody>
      </p:sp>
      <p:sp>
        <p:nvSpPr>
          <p:cNvPr id="68" name="灯片编号占位符 1"/>
          <p:cNvSpPr>
            <a:spLocks noGrp="1"/>
          </p:cNvSpPr>
          <p:nvPr>
            <p:ph type="sldNum" sz="quarter" idx="12"/>
          </p:nvPr>
        </p:nvSpPr>
        <p:spPr>
          <a:xfrm>
            <a:off x="8731250" y="6371590"/>
            <a:ext cx="2622550" cy="349885"/>
          </a:xfrm>
        </p:spPr>
        <p:txBody>
          <a:bodyPr/>
          <a:lstStyle/>
          <a:p>
            <a:fld id="{66AD2218-D929-41A1-9A96-21586A0BD13D}" type="slidenum">
              <a:rPr lang="zh-CN" altLang="en-US" smtClean="0"/>
            </a:fld>
            <a:endParaRPr lang="zh-CN" altLang="en-US"/>
          </a:p>
        </p:txBody>
      </p:sp>
      <p:sp>
        <p:nvSpPr>
          <p:cNvPr id="69" name="Title 1"/>
          <p:cNvSpPr txBox="1"/>
          <p:nvPr>
            <p:custDataLst>
              <p:tags r:id="rId1"/>
            </p:custDataLst>
          </p:nvPr>
        </p:nvSpPr>
        <p:spPr>
          <a:xfrm>
            <a:off x="857880" y="123478"/>
            <a:ext cx="3232906" cy="379477"/>
          </a:xfrm>
          <a:prstGeom prst="rect">
            <a:avLst/>
          </a:prstGeom>
        </p:spPr>
        <p:txBody>
          <a:bodyPr lIns="0" rIns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1800" b="1" dirty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第五章   事故发生的主要原因</a:t>
            </a:r>
            <a:endParaRPr lang="zh-CN" altLang="en-US" sz="1800" b="1" dirty="0">
              <a:solidFill>
                <a:schemeClr val="bg1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grpSp>
        <p:nvGrpSpPr>
          <p:cNvPr id="70" name="组合 69"/>
          <p:cNvGrpSpPr/>
          <p:nvPr/>
        </p:nvGrpSpPr>
        <p:grpSpPr>
          <a:xfrm>
            <a:off x="2165985" y="2900045"/>
            <a:ext cx="2794635" cy="2781935"/>
            <a:chOff x="3898899" y="1231900"/>
            <a:chExt cx="4394202" cy="4394200"/>
          </a:xfrm>
          <a:effectLst/>
        </p:grpSpPr>
        <p:sp>
          <p:nvSpPr>
            <p:cNvPr id="71" name="椭圆 70"/>
            <p:cNvSpPr/>
            <p:nvPr>
              <p:custDataLst>
                <p:tags r:id="rId2"/>
              </p:custDataLst>
            </p:nvPr>
          </p:nvSpPr>
          <p:spPr>
            <a:xfrm>
              <a:off x="3898899" y="3978275"/>
              <a:ext cx="1647825" cy="1647825"/>
            </a:xfrm>
            <a:prstGeom prst="ellipse">
              <a:avLst/>
            </a:prstGeom>
            <a:solidFill>
              <a:srgbClr val="005DA2"/>
            </a:solidFill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sz="1400">
                <a:cs typeface="+mn-ea"/>
                <a:sym typeface="+mn-lt"/>
              </a:endParaRPr>
            </a:p>
          </p:txBody>
        </p:sp>
        <p:sp>
          <p:nvSpPr>
            <p:cNvPr id="72" name="椭圆 71"/>
            <p:cNvSpPr/>
            <p:nvPr>
              <p:custDataLst>
                <p:tags r:id="rId3"/>
              </p:custDataLst>
            </p:nvPr>
          </p:nvSpPr>
          <p:spPr>
            <a:xfrm>
              <a:off x="6645275" y="3978275"/>
              <a:ext cx="1647825" cy="1647825"/>
            </a:xfrm>
            <a:prstGeom prst="ellipse">
              <a:avLst/>
            </a:prstGeom>
            <a:solidFill>
              <a:srgbClr val="404040"/>
            </a:solidFill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sz="1400">
                <a:cs typeface="+mn-ea"/>
                <a:sym typeface="+mn-lt"/>
              </a:endParaRPr>
            </a:p>
          </p:txBody>
        </p:sp>
        <p:sp>
          <p:nvSpPr>
            <p:cNvPr id="73" name="椭圆 72"/>
            <p:cNvSpPr/>
            <p:nvPr>
              <p:custDataLst>
                <p:tags r:id="rId4"/>
              </p:custDataLst>
            </p:nvPr>
          </p:nvSpPr>
          <p:spPr>
            <a:xfrm>
              <a:off x="6645276" y="1231900"/>
              <a:ext cx="1647825" cy="1647825"/>
            </a:xfrm>
            <a:prstGeom prst="ellipse">
              <a:avLst/>
            </a:prstGeom>
            <a:solidFill>
              <a:srgbClr val="005DA2"/>
            </a:solidFill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sz="1400">
                <a:cs typeface="+mn-ea"/>
                <a:sym typeface="+mn-lt"/>
              </a:endParaRPr>
            </a:p>
          </p:txBody>
        </p:sp>
        <p:sp>
          <p:nvSpPr>
            <p:cNvPr id="74" name="椭圆 73"/>
            <p:cNvSpPr/>
            <p:nvPr>
              <p:custDataLst>
                <p:tags r:id="rId5"/>
              </p:custDataLst>
            </p:nvPr>
          </p:nvSpPr>
          <p:spPr>
            <a:xfrm>
              <a:off x="3898899" y="1231900"/>
              <a:ext cx="1647825" cy="1647825"/>
            </a:xfrm>
            <a:prstGeom prst="ellipse">
              <a:avLst/>
            </a:prstGeom>
            <a:solidFill>
              <a:srgbClr val="404040"/>
            </a:solidFill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sz="1400">
                <a:cs typeface="+mn-ea"/>
                <a:sym typeface="+mn-lt"/>
              </a:endParaRPr>
            </a:p>
          </p:txBody>
        </p:sp>
        <p:sp>
          <p:nvSpPr>
            <p:cNvPr id="75" name="任意多边形: 形状 20"/>
            <p:cNvSpPr/>
            <p:nvPr>
              <p:custDataLst>
                <p:tags r:id="rId6"/>
              </p:custDataLst>
            </p:nvPr>
          </p:nvSpPr>
          <p:spPr>
            <a:xfrm>
              <a:off x="6645276" y="2055813"/>
              <a:ext cx="823912" cy="823913"/>
            </a:xfrm>
            <a:custGeom>
              <a:avLst/>
              <a:gdLst>
                <a:gd name="connsiteX0" fmla="*/ 0 w 1371599"/>
                <a:gd name="connsiteY0" fmla="*/ 0 h 1371600"/>
                <a:gd name="connsiteX1" fmla="*/ 1371599 w 1371599"/>
                <a:gd name="connsiteY1" fmla="*/ 0 h 1371600"/>
                <a:gd name="connsiteX2" fmla="*/ 1371599 w 1371599"/>
                <a:gd name="connsiteY2" fmla="*/ 1371600 h 1371600"/>
                <a:gd name="connsiteX3" fmla="*/ 1231362 w 1371599"/>
                <a:gd name="connsiteY3" fmla="*/ 1364519 h 1371600"/>
                <a:gd name="connsiteX4" fmla="*/ 0 w 1371599"/>
                <a:gd name="connsiteY4" fmla="*/ 0 h 137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71599" h="1371600">
                  <a:moveTo>
                    <a:pt x="0" y="0"/>
                  </a:moveTo>
                  <a:lnTo>
                    <a:pt x="1371599" y="0"/>
                  </a:lnTo>
                  <a:lnTo>
                    <a:pt x="1371599" y="1371600"/>
                  </a:lnTo>
                  <a:lnTo>
                    <a:pt x="1231362" y="1364519"/>
                  </a:lnTo>
                  <a:cubicBezTo>
                    <a:pt x="539724" y="1294279"/>
                    <a:pt x="0" y="710170"/>
                    <a:pt x="0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sz="1400">
                <a:cs typeface="+mn-ea"/>
                <a:sym typeface="+mn-lt"/>
              </a:endParaRPr>
            </a:p>
          </p:txBody>
        </p:sp>
        <p:sp>
          <p:nvSpPr>
            <p:cNvPr id="76" name="任意多边形: 形状 21"/>
            <p:cNvSpPr/>
            <p:nvPr>
              <p:custDataLst>
                <p:tags r:id="rId7"/>
              </p:custDataLst>
            </p:nvPr>
          </p:nvSpPr>
          <p:spPr>
            <a:xfrm>
              <a:off x="6645275" y="3978275"/>
              <a:ext cx="823913" cy="823913"/>
            </a:xfrm>
            <a:custGeom>
              <a:avLst/>
              <a:gdLst>
                <a:gd name="connsiteX0" fmla="*/ 1371600 w 1371600"/>
                <a:gd name="connsiteY0" fmla="*/ 0 h 1371600"/>
                <a:gd name="connsiteX1" fmla="*/ 1371600 w 1371600"/>
                <a:gd name="connsiteY1" fmla="*/ 1371600 h 1371600"/>
                <a:gd name="connsiteX2" fmla="*/ 0 w 1371600"/>
                <a:gd name="connsiteY2" fmla="*/ 1371600 h 1371600"/>
                <a:gd name="connsiteX3" fmla="*/ 1371600 w 1371600"/>
                <a:gd name="connsiteY3" fmla="*/ 0 h 137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71600" h="1371600">
                  <a:moveTo>
                    <a:pt x="1371600" y="0"/>
                  </a:moveTo>
                  <a:lnTo>
                    <a:pt x="1371600" y="1371600"/>
                  </a:lnTo>
                  <a:lnTo>
                    <a:pt x="0" y="1371600"/>
                  </a:lnTo>
                  <a:cubicBezTo>
                    <a:pt x="0" y="614086"/>
                    <a:pt x="614086" y="0"/>
                    <a:pt x="1371600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sz="1400">
                <a:cs typeface="+mn-ea"/>
                <a:sym typeface="+mn-lt"/>
              </a:endParaRPr>
            </a:p>
          </p:txBody>
        </p:sp>
        <p:sp>
          <p:nvSpPr>
            <p:cNvPr id="77" name="任意多边形: 形状 22"/>
            <p:cNvSpPr/>
            <p:nvPr>
              <p:custDataLst>
                <p:tags r:id="rId8"/>
              </p:custDataLst>
            </p:nvPr>
          </p:nvSpPr>
          <p:spPr>
            <a:xfrm>
              <a:off x="4722813" y="3978275"/>
              <a:ext cx="823912" cy="823913"/>
            </a:xfrm>
            <a:custGeom>
              <a:avLst/>
              <a:gdLst>
                <a:gd name="connsiteX0" fmla="*/ 0 w 1371599"/>
                <a:gd name="connsiteY0" fmla="*/ 0 h 1371600"/>
                <a:gd name="connsiteX1" fmla="*/ 140237 w 1371599"/>
                <a:gd name="connsiteY1" fmla="*/ 7082 h 1371600"/>
                <a:gd name="connsiteX2" fmla="*/ 1371599 w 1371599"/>
                <a:gd name="connsiteY2" fmla="*/ 1371600 h 1371600"/>
                <a:gd name="connsiteX3" fmla="*/ 0 w 1371599"/>
                <a:gd name="connsiteY3" fmla="*/ 1371600 h 137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71599" h="1371600">
                  <a:moveTo>
                    <a:pt x="0" y="0"/>
                  </a:moveTo>
                  <a:lnTo>
                    <a:pt x="140237" y="7082"/>
                  </a:lnTo>
                  <a:cubicBezTo>
                    <a:pt x="831875" y="77321"/>
                    <a:pt x="1371599" y="661431"/>
                    <a:pt x="1371599" y="1371600"/>
                  </a:cubicBezTo>
                  <a:lnTo>
                    <a:pt x="0" y="1371600"/>
                  </a:lnTo>
                  <a:close/>
                </a:path>
              </a:pathLst>
            </a:custGeom>
            <a:solidFill>
              <a:schemeClr val="bg2"/>
            </a:solidFill>
            <a:ln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sz="1400">
                <a:cs typeface="+mn-ea"/>
                <a:sym typeface="+mn-lt"/>
              </a:endParaRPr>
            </a:p>
          </p:txBody>
        </p:sp>
        <p:sp>
          <p:nvSpPr>
            <p:cNvPr id="78" name="任意多边形: 形状 23"/>
            <p:cNvSpPr/>
            <p:nvPr>
              <p:custDataLst>
                <p:tags r:id="rId9"/>
              </p:custDataLst>
            </p:nvPr>
          </p:nvSpPr>
          <p:spPr>
            <a:xfrm>
              <a:off x="4722813" y="2055813"/>
              <a:ext cx="823912" cy="823913"/>
            </a:xfrm>
            <a:custGeom>
              <a:avLst/>
              <a:gdLst>
                <a:gd name="connsiteX0" fmla="*/ 0 w 1371599"/>
                <a:gd name="connsiteY0" fmla="*/ 0 h 1371600"/>
                <a:gd name="connsiteX1" fmla="*/ 1371599 w 1371599"/>
                <a:gd name="connsiteY1" fmla="*/ 0 h 1371600"/>
                <a:gd name="connsiteX2" fmla="*/ 140237 w 1371599"/>
                <a:gd name="connsiteY2" fmla="*/ 1364519 h 1371600"/>
                <a:gd name="connsiteX3" fmla="*/ 0 w 1371599"/>
                <a:gd name="connsiteY3" fmla="*/ 1371600 h 137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71599" h="1371600">
                  <a:moveTo>
                    <a:pt x="0" y="0"/>
                  </a:moveTo>
                  <a:lnTo>
                    <a:pt x="1371599" y="0"/>
                  </a:lnTo>
                  <a:cubicBezTo>
                    <a:pt x="1371599" y="710170"/>
                    <a:pt x="831875" y="1294279"/>
                    <a:pt x="140237" y="1364519"/>
                  </a:cubicBezTo>
                  <a:lnTo>
                    <a:pt x="0" y="1371600"/>
                  </a:lnTo>
                  <a:close/>
                </a:path>
              </a:pathLst>
            </a:custGeom>
            <a:solidFill>
              <a:schemeClr val="bg2"/>
            </a:solidFill>
            <a:ln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sz="1400">
                <a:cs typeface="+mn-ea"/>
                <a:sym typeface="+mn-lt"/>
              </a:endParaRPr>
            </a:p>
          </p:txBody>
        </p:sp>
        <p:sp>
          <p:nvSpPr>
            <p:cNvPr id="79" name="任意多边形: 形状 25"/>
            <p:cNvSpPr/>
            <p:nvPr>
              <p:custDataLst>
                <p:tags r:id="rId10"/>
              </p:custDataLst>
            </p:nvPr>
          </p:nvSpPr>
          <p:spPr>
            <a:xfrm>
              <a:off x="6957819" y="4299906"/>
              <a:ext cx="356113" cy="356833"/>
            </a:xfrm>
            <a:custGeom>
              <a:avLst/>
              <a:gdLst>
                <a:gd name="connsiteX0" fmla="*/ 319678 w 335871"/>
                <a:gd name="connsiteY0" fmla="*/ 161925 h 336550"/>
                <a:gd name="connsiteX1" fmla="*/ 325076 w 335871"/>
                <a:gd name="connsiteY1" fmla="*/ 161925 h 336550"/>
                <a:gd name="connsiteX2" fmla="*/ 325076 w 335871"/>
                <a:gd name="connsiteY2" fmla="*/ 172720 h 336550"/>
                <a:gd name="connsiteX3" fmla="*/ 334522 w 335871"/>
                <a:gd name="connsiteY3" fmla="*/ 168672 h 336550"/>
                <a:gd name="connsiteX4" fmla="*/ 335871 w 335871"/>
                <a:gd name="connsiteY4" fmla="*/ 175419 h 336550"/>
                <a:gd name="connsiteX5" fmla="*/ 326425 w 335871"/>
                <a:gd name="connsiteY5" fmla="*/ 176769 h 336550"/>
                <a:gd name="connsiteX6" fmla="*/ 333172 w 335871"/>
                <a:gd name="connsiteY6" fmla="*/ 186214 h 336550"/>
                <a:gd name="connsiteX7" fmla="*/ 327775 w 335871"/>
                <a:gd name="connsiteY7" fmla="*/ 188913 h 336550"/>
                <a:gd name="connsiteX8" fmla="*/ 322377 w 335871"/>
                <a:gd name="connsiteY8" fmla="*/ 179467 h 336550"/>
                <a:gd name="connsiteX9" fmla="*/ 316980 w 335871"/>
                <a:gd name="connsiteY9" fmla="*/ 188913 h 336550"/>
                <a:gd name="connsiteX10" fmla="*/ 311582 w 335871"/>
                <a:gd name="connsiteY10" fmla="*/ 186214 h 336550"/>
                <a:gd name="connsiteX11" fmla="*/ 318329 w 335871"/>
                <a:gd name="connsiteY11" fmla="*/ 176769 h 336550"/>
                <a:gd name="connsiteX12" fmla="*/ 308883 w 335871"/>
                <a:gd name="connsiteY12" fmla="*/ 175419 h 336550"/>
                <a:gd name="connsiteX13" fmla="*/ 310233 w 335871"/>
                <a:gd name="connsiteY13" fmla="*/ 168672 h 336550"/>
                <a:gd name="connsiteX14" fmla="*/ 319678 w 335871"/>
                <a:gd name="connsiteY14" fmla="*/ 172720 h 336550"/>
                <a:gd name="connsiteX15" fmla="*/ 319678 w 335871"/>
                <a:gd name="connsiteY15" fmla="*/ 161925 h 336550"/>
                <a:gd name="connsiteX16" fmla="*/ 274968 w 335871"/>
                <a:gd name="connsiteY16" fmla="*/ 88900 h 336550"/>
                <a:gd name="connsiteX17" fmla="*/ 284060 w 335871"/>
                <a:gd name="connsiteY17" fmla="*/ 88900 h 336550"/>
                <a:gd name="connsiteX18" fmla="*/ 282762 w 335871"/>
                <a:gd name="connsiteY18" fmla="*/ 104878 h 336550"/>
                <a:gd name="connsiteX19" fmla="*/ 298348 w 335871"/>
                <a:gd name="connsiteY19" fmla="*/ 98220 h 336550"/>
                <a:gd name="connsiteX20" fmla="*/ 300946 w 335871"/>
                <a:gd name="connsiteY20" fmla="*/ 108872 h 336550"/>
                <a:gd name="connsiteX21" fmla="*/ 285359 w 335871"/>
                <a:gd name="connsiteY21" fmla="*/ 111535 h 336550"/>
                <a:gd name="connsiteX22" fmla="*/ 295751 w 335871"/>
                <a:gd name="connsiteY22" fmla="*/ 124849 h 336550"/>
                <a:gd name="connsiteX23" fmla="*/ 287957 w 335871"/>
                <a:gd name="connsiteY23" fmla="*/ 130175 h 336550"/>
                <a:gd name="connsiteX24" fmla="*/ 278865 w 335871"/>
                <a:gd name="connsiteY24" fmla="*/ 115529 h 336550"/>
                <a:gd name="connsiteX25" fmla="*/ 271072 w 335871"/>
                <a:gd name="connsiteY25" fmla="*/ 130175 h 336550"/>
                <a:gd name="connsiteX26" fmla="*/ 263278 w 335871"/>
                <a:gd name="connsiteY26" fmla="*/ 124849 h 336550"/>
                <a:gd name="connsiteX27" fmla="*/ 273669 w 335871"/>
                <a:gd name="connsiteY27" fmla="*/ 111535 h 336550"/>
                <a:gd name="connsiteX28" fmla="*/ 258083 w 335871"/>
                <a:gd name="connsiteY28" fmla="*/ 108872 h 336550"/>
                <a:gd name="connsiteX29" fmla="*/ 260681 w 335871"/>
                <a:gd name="connsiteY29" fmla="*/ 98220 h 336550"/>
                <a:gd name="connsiteX30" fmla="*/ 276267 w 335871"/>
                <a:gd name="connsiteY30" fmla="*/ 104878 h 336550"/>
                <a:gd name="connsiteX31" fmla="*/ 274968 w 335871"/>
                <a:gd name="connsiteY31" fmla="*/ 88900 h 336550"/>
                <a:gd name="connsiteX32" fmla="*/ 139677 w 335871"/>
                <a:gd name="connsiteY32" fmla="*/ 69850 h 336550"/>
                <a:gd name="connsiteX33" fmla="*/ 51708 w 335871"/>
                <a:gd name="connsiteY33" fmla="*/ 173788 h 336550"/>
                <a:gd name="connsiteX34" fmla="*/ 95036 w 335871"/>
                <a:gd name="connsiteY34" fmla="*/ 173788 h 336550"/>
                <a:gd name="connsiteX35" fmla="*/ 105540 w 335871"/>
                <a:gd name="connsiteY35" fmla="*/ 197470 h 336550"/>
                <a:gd name="connsiteX36" fmla="*/ 51708 w 335871"/>
                <a:gd name="connsiteY36" fmla="*/ 261938 h 336550"/>
                <a:gd name="connsiteX37" fmla="*/ 226333 w 335871"/>
                <a:gd name="connsiteY37" fmla="*/ 261938 h 336550"/>
                <a:gd name="connsiteX38" fmla="*/ 172501 w 335871"/>
                <a:gd name="connsiteY38" fmla="*/ 197470 h 336550"/>
                <a:gd name="connsiteX39" fmla="*/ 183005 w 335871"/>
                <a:gd name="connsiteY39" fmla="*/ 173788 h 336550"/>
                <a:gd name="connsiteX40" fmla="*/ 226333 w 335871"/>
                <a:gd name="connsiteY40" fmla="*/ 173788 h 336550"/>
                <a:gd name="connsiteX41" fmla="*/ 139677 w 335871"/>
                <a:gd name="connsiteY41" fmla="*/ 69850 h 336550"/>
                <a:gd name="connsiteX42" fmla="*/ 65274 w 335871"/>
                <a:gd name="connsiteY42" fmla="*/ 38100 h 336550"/>
                <a:gd name="connsiteX43" fmla="*/ 31503 w 335871"/>
                <a:gd name="connsiteY43" fmla="*/ 83304 h 336550"/>
                <a:gd name="connsiteX44" fmla="*/ 37998 w 335871"/>
                <a:gd name="connsiteY44" fmla="*/ 140475 h 336550"/>
                <a:gd name="connsiteX45" fmla="*/ 39297 w 335871"/>
                <a:gd name="connsiteY45" fmla="*/ 144463 h 336550"/>
                <a:gd name="connsiteX46" fmla="*/ 69171 w 335871"/>
                <a:gd name="connsiteY46" fmla="*/ 108566 h 336550"/>
                <a:gd name="connsiteX47" fmla="*/ 65274 w 335871"/>
                <a:gd name="connsiteY47" fmla="*/ 38100 h 336550"/>
                <a:gd name="connsiteX48" fmla="*/ 299132 w 335871"/>
                <a:gd name="connsiteY48" fmla="*/ 34925 h 336550"/>
                <a:gd name="connsiteX49" fmla="*/ 305935 w 335871"/>
                <a:gd name="connsiteY49" fmla="*/ 34925 h 336550"/>
                <a:gd name="connsiteX50" fmla="*/ 304575 w 335871"/>
                <a:gd name="connsiteY50" fmla="*/ 45720 h 336550"/>
                <a:gd name="connsiteX51" fmla="*/ 314100 w 335871"/>
                <a:gd name="connsiteY51" fmla="*/ 41672 h 336550"/>
                <a:gd name="connsiteX52" fmla="*/ 316821 w 335871"/>
                <a:gd name="connsiteY52" fmla="*/ 47070 h 336550"/>
                <a:gd name="connsiteX53" fmla="*/ 305935 w 335871"/>
                <a:gd name="connsiteY53" fmla="*/ 49769 h 336550"/>
                <a:gd name="connsiteX54" fmla="*/ 312739 w 335871"/>
                <a:gd name="connsiteY54" fmla="*/ 57865 h 336550"/>
                <a:gd name="connsiteX55" fmla="*/ 307296 w 335871"/>
                <a:gd name="connsiteY55" fmla="*/ 61913 h 336550"/>
                <a:gd name="connsiteX56" fmla="*/ 301853 w 335871"/>
                <a:gd name="connsiteY56" fmla="*/ 52467 h 336550"/>
                <a:gd name="connsiteX57" fmla="*/ 296410 w 335871"/>
                <a:gd name="connsiteY57" fmla="*/ 61913 h 336550"/>
                <a:gd name="connsiteX58" fmla="*/ 290968 w 335871"/>
                <a:gd name="connsiteY58" fmla="*/ 57865 h 336550"/>
                <a:gd name="connsiteX59" fmla="*/ 297771 w 335871"/>
                <a:gd name="connsiteY59" fmla="*/ 49769 h 336550"/>
                <a:gd name="connsiteX60" fmla="*/ 288246 w 335871"/>
                <a:gd name="connsiteY60" fmla="*/ 47070 h 336550"/>
                <a:gd name="connsiteX61" fmla="*/ 289607 w 335871"/>
                <a:gd name="connsiteY61" fmla="*/ 41672 h 336550"/>
                <a:gd name="connsiteX62" fmla="*/ 300493 w 335871"/>
                <a:gd name="connsiteY62" fmla="*/ 45720 h 336550"/>
                <a:gd name="connsiteX63" fmla="*/ 299132 w 335871"/>
                <a:gd name="connsiteY63" fmla="*/ 34925 h 336550"/>
                <a:gd name="connsiteX64" fmla="*/ 219554 w 335871"/>
                <a:gd name="connsiteY64" fmla="*/ 26988 h 336550"/>
                <a:gd name="connsiteX65" fmla="*/ 230195 w 335871"/>
                <a:gd name="connsiteY65" fmla="*/ 26988 h 336550"/>
                <a:gd name="connsiteX66" fmla="*/ 228865 w 335871"/>
                <a:gd name="connsiteY66" fmla="*/ 45509 h 336550"/>
                <a:gd name="connsiteX67" fmla="*/ 246156 w 335871"/>
                <a:gd name="connsiteY67" fmla="*/ 38894 h 336550"/>
                <a:gd name="connsiteX68" fmla="*/ 250146 w 335871"/>
                <a:gd name="connsiteY68" fmla="*/ 49478 h 336550"/>
                <a:gd name="connsiteX69" fmla="*/ 231525 w 335871"/>
                <a:gd name="connsiteY69" fmla="*/ 53446 h 336550"/>
                <a:gd name="connsiteX70" fmla="*/ 244826 w 335871"/>
                <a:gd name="connsiteY70" fmla="*/ 67999 h 336550"/>
                <a:gd name="connsiteX71" fmla="*/ 235515 w 335871"/>
                <a:gd name="connsiteY71" fmla="*/ 74613 h 336550"/>
                <a:gd name="connsiteX72" fmla="*/ 224874 w 335871"/>
                <a:gd name="connsiteY72" fmla="*/ 57415 h 336550"/>
                <a:gd name="connsiteX73" fmla="*/ 215564 w 335871"/>
                <a:gd name="connsiteY73" fmla="*/ 74613 h 336550"/>
                <a:gd name="connsiteX74" fmla="*/ 206253 w 335871"/>
                <a:gd name="connsiteY74" fmla="*/ 67999 h 336550"/>
                <a:gd name="connsiteX75" fmla="*/ 219554 w 335871"/>
                <a:gd name="connsiteY75" fmla="*/ 53446 h 336550"/>
                <a:gd name="connsiteX76" fmla="*/ 200933 w 335871"/>
                <a:gd name="connsiteY76" fmla="*/ 49478 h 336550"/>
                <a:gd name="connsiteX77" fmla="*/ 203593 w 335871"/>
                <a:gd name="connsiteY77" fmla="*/ 38894 h 336550"/>
                <a:gd name="connsiteX78" fmla="*/ 220884 w 335871"/>
                <a:gd name="connsiteY78" fmla="*/ 45509 h 336550"/>
                <a:gd name="connsiteX79" fmla="*/ 219554 w 335871"/>
                <a:gd name="connsiteY79" fmla="*/ 26988 h 336550"/>
                <a:gd name="connsiteX80" fmla="*/ 92447 w 335871"/>
                <a:gd name="connsiteY80" fmla="*/ 0 h 336550"/>
                <a:gd name="connsiteX81" fmla="*/ 106958 w 335871"/>
                <a:gd name="connsiteY81" fmla="*/ 7919 h 336550"/>
                <a:gd name="connsiteX82" fmla="*/ 105639 w 335871"/>
                <a:gd name="connsiteY82" fmla="*/ 23756 h 336550"/>
                <a:gd name="connsiteX83" fmla="*/ 91128 w 335871"/>
                <a:gd name="connsiteY83" fmla="*/ 81828 h 336550"/>
                <a:gd name="connsiteX84" fmla="*/ 128065 w 335871"/>
                <a:gd name="connsiteY84" fmla="*/ 38274 h 336550"/>
                <a:gd name="connsiteX85" fmla="*/ 150491 w 335871"/>
                <a:gd name="connsiteY85" fmla="*/ 38274 h 336550"/>
                <a:gd name="connsiteX86" fmla="*/ 267900 w 335871"/>
                <a:gd name="connsiteY86" fmla="*/ 178174 h 336550"/>
                <a:gd name="connsiteX87" fmla="*/ 257346 w 335871"/>
                <a:gd name="connsiteY87" fmla="*/ 201930 h 336550"/>
                <a:gd name="connsiteX88" fmla="*/ 213813 w 335871"/>
                <a:gd name="connsiteY88" fmla="*/ 201930 h 336550"/>
                <a:gd name="connsiteX89" fmla="*/ 266580 w 335871"/>
                <a:gd name="connsiteY89" fmla="*/ 265281 h 336550"/>
                <a:gd name="connsiteX90" fmla="*/ 257346 w 335871"/>
                <a:gd name="connsiteY90" fmla="*/ 290357 h 336550"/>
                <a:gd name="connsiteX91" fmla="*/ 153130 w 335871"/>
                <a:gd name="connsiteY91" fmla="*/ 290357 h 336550"/>
                <a:gd name="connsiteX92" fmla="*/ 153130 w 335871"/>
                <a:gd name="connsiteY92" fmla="*/ 322032 h 336550"/>
                <a:gd name="connsiteX93" fmla="*/ 139938 w 335871"/>
                <a:gd name="connsiteY93" fmla="*/ 336550 h 336550"/>
                <a:gd name="connsiteX94" fmla="*/ 125427 w 335871"/>
                <a:gd name="connsiteY94" fmla="*/ 322032 h 336550"/>
                <a:gd name="connsiteX95" fmla="*/ 125427 w 335871"/>
                <a:gd name="connsiteY95" fmla="*/ 290357 h 336550"/>
                <a:gd name="connsiteX96" fmla="*/ 21211 w 335871"/>
                <a:gd name="connsiteY96" fmla="*/ 290357 h 336550"/>
                <a:gd name="connsiteX97" fmla="*/ 10657 w 335871"/>
                <a:gd name="connsiteY97" fmla="*/ 266601 h 336550"/>
                <a:gd name="connsiteX98" fmla="*/ 64744 w 335871"/>
                <a:gd name="connsiteY98" fmla="*/ 201930 h 336550"/>
                <a:gd name="connsiteX99" fmla="*/ 21211 w 335871"/>
                <a:gd name="connsiteY99" fmla="*/ 201930 h 336550"/>
                <a:gd name="connsiteX100" fmla="*/ 10657 w 335871"/>
                <a:gd name="connsiteY100" fmla="*/ 178174 h 336550"/>
                <a:gd name="connsiteX101" fmla="*/ 21211 w 335871"/>
                <a:gd name="connsiteY101" fmla="*/ 166295 h 336550"/>
                <a:gd name="connsiteX102" fmla="*/ 13295 w 335871"/>
                <a:gd name="connsiteY102" fmla="*/ 154417 h 336550"/>
                <a:gd name="connsiteX103" fmla="*/ 4061 w 335871"/>
                <a:gd name="connsiteY103" fmla="*/ 75229 h 336550"/>
                <a:gd name="connsiteX104" fmla="*/ 52871 w 335871"/>
                <a:gd name="connsiteY104" fmla="*/ 13198 h 336550"/>
                <a:gd name="connsiteX105" fmla="*/ 92447 w 335871"/>
                <a:gd name="connsiteY105" fmla="*/ 0 h 336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</a:cxnLst>
              <a:rect l="l" t="t" r="r" b="b"/>
              <a:pathLst>
                <a:path w="335871" h="336550">
                  <a:moveTo>
                    <a:pt x="319678" y="161925"/>
                  </a:moveTo>
                  <a:cubicBezTo>
                    <a:pt x="319678" y="161925"/>
                    <a:pt x="319678" y="161925"/>
                    <a:pt x="325076" y="161925"/>
                  </a:cubicBezTo>
                  <a:cubicBezTo>
                    <a:pt x="325076" y="164624"/>
                    <a:pt x="325076" y="168672"/>
                    <a:pt x="325076" y="172720"/>
                  </a:cubicBezTo>
                  <a:cubicBezTo>
                    <a:pt x="327775" y="171371"/>
                    <a:pt x="330474" y="170022"/>
                    <a:pt x="334522" y="168672"/>
                  </a:cubicBezTo>
                  <a:cubicBezTo>
                    <a:pt x="334522" y="168672"/>
                    <a:pt x="334522" y="168672"/>
                    <a:pt x="335871" y="175419"/>
                  </a:cubicBezTo>
                  <a:cubicBezTo>
                    <a:pt x="333172" y="176769"/>
                    <a:pt x="329124" y="176769"/>
                    <a:pt x="326425" y="176769"/>
                  </a:cubicBezTo>
                  <a:cubicBezTo>
                    <a:pt x="327775" y="179467"/>
                    <a:pt x="330474" y="182166"/>
                    <a:pt x="333172" y="186214"/>
                  </a:cubicBezTo>
                  <a:cubicBezTo>
                    <a:pt x="333172" y="186214"/>
                    <a:pt x="333172" y="186214"/>
                    <a:pt x="327775" y="188913"/>
                  </a:cubicBezTo>
                  <a:cubicBezTo>
                    <a:pt x="326425" y="187564"/>
                    <a:pt x="325076" y="183516"/>
                    <a:pt x="322377" y="179467"/>
                  </a:cubicBezTo>
                  <a:cubicBezTo>
                    <a:pt x="319678" y="183516"/>
                    <a:pt x="318329" y="187564"/>
                    <a:pt x="316980" y="188913"/>
                  </a:cubicBezTo>
                  <a:cubicBezTo>
                    <a:pt x="316980" y="188913"/>
                    <a:pt x="316980" y="188913"/>
                    <a:pt x="311582" y="186214"/>
                  </a:cubicBezTo>
                  <a:cubicBezTo>
                    <a:pt x="314281" y="180817"/>
                    <a:pt x="316980" y="178118"/>
                    <a:pt x="318329" y="176769"/>
                  </a:cubicBezTo>
                  <a:cubicBezTo>
                    <a:pt x="315630" y="176769"/>
                    <a:pt x="311582" y="175419"/>
                    <a:pt x="308883" y="175419"/>
                  </a:cubicBezTo>
                  <a:cubicBezTo>
                    <a:pt x="308883" y="175419"/>
                    <a:pt x="308883" y="175419"/>
                    <a:pt x="310233" y="168672"/>
                  </a:cubicBezTo>
                  <a:cubicBezTo>
                    <a:pt x="314281" y="170022"/>
                    <a:pt x="318329" y="171371"/>
                    <a:pt x="319678" y="172720"/>
                  </a:cubicBezTo>
                  <a:cubicBezTo>
                    <a:pt x="319678" y="167323"/>
                    <a:pt x="319678" y="164624"/>
                    <a:pt x="319678" y="161925"/>
                  </a:cubicBezTo>
                  <a:close/>
                  <a:moveTo>
                    <a:pt x="274968" y="88900"/>
                  </a:moveTo>
                  <a:cubicBezTo>
                    <a:pt x="274968" y="88900"/>
                    <a:pt x="274968" y="88900"/>
                    <a:pt x="284060" y="88900"/>
                  </a:cubicBezTo>
                  <a:cubicBezTo>
                    <a:pt x="284060" y="92894"/>
                    <a:pt x="284060" y="98220"/>
                    <a:pt x="282762" y="104878"/>
                  </a:cubicBezTo>
                  <a:cubicBezTo>
                    <a:pt x="287957" y="102215"/>
                    <a:pt x="291854" y="100883"/>
                    <a:pt x="298348" y="98220"/>
                  </a:cubicBezTo>
                  <a:lnTo>
                    <a:pt x="300946" y="108872"/>
                  </a:lnTo>
                  <a:cubicBezTo>
                    <a:pt x="295751" y="110203"/>
                    <a:pt x="290555" y="111535"/>
                    <a:pt x="285359" y="111535"/>
                  </a:cubicBezTo>
                  <a:cubicBezTo>
                    <a:pt x="287957" y="114198"/>
                    <a:pt x="291854" y="118192"/>
                    <a:pt x="295751" y="124849"/>
                  </a:cubicBezTo>
                  <a:cubicBezTo>
                    <a:pt x="295751" y="124849"/>
                    <a:pt x="295751" y="124849"/>
                    <a:pt x="287957" y="130175"/>
                  </a:cubicBezTo>
                  <a:cubicBezTo>
                    <a:pt x="285359" y="127512"/>
                    <a:pt x="282762" y="122186"/>
                    <a:pt x="278865" y="115529"/>
                  </a:cubicBezTo>
                  <a:cubicBezTo>
                    <a:pt x="276267" y="122186"/>
                    <a:pt x="273669" y="127512"/>
                    <a:pt x="271072" y="130175"/>
                  </a:cubicBezTo>
                  <a:cubicBezTo>
                    <a:pt x="271072" y="130175"/>
                    <a:pt x="271072" y="130175"/>
                    <a:pt x="263278" y="124849"/>
                  </a:cubicBezTo>
                  <a:cubicBezTo>
                    <a:pt x="268474" y="118192"/>
                    <a:pt x="272371" y="114198"/>
                    <a:pt x="273669" y="111535"/>
                  </a:cubicBezTo>
                  <a:cubicBezTo>
                    <a:pt x="268474" y="111535"/>
                    <a:pt x="263278" y="110203"/>
                    <a:pt x="258083" y="108872"/>
                  </a:cubicBezTo>
                  <a:cubicBezTo>
                    <a:pt x="258083" y="108872"/>
                    <a:pt x="258083" y="108872"/>
                    <a:pt x="260681" y="98220"/>
                  </a:cubicBezTo>
                  <a:cubicBezTo>
                    <a:pt x="268474" y="100883"/>
                    <a:pt x="273669" y="103546"/>
                    <a:pt x="276267" y="104878"/>
                  </a:cubicBezTo>
                  <a:cubicBezTo>
                    <a:pt x="274968" y="96889"/>
                    <a:pt x="274968" y="91563"/>
                    <a:pt x="274968" y="88900"/>
                  </a:cubicBezTo>
                  <a:close/>
                  <a:moveTo>
                    <a:pt x="139677" y="69850"/>
                  </a:moveTo>
                  <a:cubicBezTo>
                    <a:pt x="139677" y="69850"/>
                    <a:pt x="139677" y="69850"/>
                    <a:pt x="51708" y="173788"/>
                  </a:cubicBezTo>
                  <a:cubicBezTo>
                    <a:pt x="51708" y="173788"/>
                    <a:pt x="51708" y="173788"/>
                    <a:pt x="95036" y="173788"/>
                  </a:cubicBezTo>
                  <a:cubicBezTo>
                    <a:pt x="108166" y="173788"/>
                    <a:pt x="112104" y="190892"/>
                    <a:pt x="105540" y="197470"/>
                  </a:cubicBezTo>
                  <a:cubicBezTo>
                    <a:pt x="105540" y="197470"/>
                    <a:pt x="105540" y="197470"/>
                    <a:pt x="51708" y="261938"/>
                  </a:cubicBezTo>
                  <a:lnTo>
                    <a:pt x="226333" y="261938"/>
                  </a:lnTo>
                  <a:cubicBezTo>
                    <a:pt x="226333" y="261938"/>
                    <a:pt x="226333" y="261938"/>
                    <a:pt x="172501" y="197470"/>
                  </a:cubicBezTo>
                  <a:cubicBezTo>
                    <a:pt x="164623" y="189576"/>
                    <a:pt x="168562" y="173788"/>
                    <a:pt x="183005" y="173788"/>
                  </a:cubicBezTo>
                  <a:cubicBezTo>
                    <a:pt x="183005" y="173788"/>
                    <a:pt x="183005" y="173788"/>
                    <a:pt x="226333" y="173788"/>
                  </a:cubicBezTo>
                  <a:cubicBezTo>
                    <a:pt x="226333" y="173788"/>
                    <a:pt x="226333" y="173788"/>
                    <a:pt x="139677" y="69850"/>
                  </a:cubicBezTo>
                  <a:close/>
                  <a:moveTo>
                    <a:pt x="65274" y="38100"/>
                  </a:moveTo>
                  <a:cubicBezTo>
                    <a:pt x="48389" y="47407"/>
                    <a:pt x="36699" y="63361"/>
                    <a:pt x="31503" y="83304"/>
                  </a:cubicBezTo>
                  <a:cubicBezTo>
                    <a:pt x="26308" y="101918"/>
                    <a:pt x="27607" y="123191"/>
                    <a:pt x="37998" y="140475"/>
                  </a:cubicBezTo>
                  <a:cubicBezTo>
                    <a:pt x="37998" y="141804"/>
                    <a:pt x="39297" y="143134"/>
                    <a:pt x="39297" y="144463"/>
                  </a:cubicBezTo>
                  <a:cubicBezTo>
                    <a:pt x="39297" y="144463"/>
                    <a:pt x="39297" y="144463"/>
                    <a:pt x="69171" y="108566"/>
                  </a:cubicBezTo>
                  <a:cubicBezTo>
                    <a:pt x="60079" y="85963"/>
                    <a:pt x="58780" y="60702"/>
                    <a:pt x="65274" y="38100"/>
                  </a:cubicBezTo>
                  <a:close/>
                  <a:moveTo>
                    <a:pt x="299132" y="34925"/>
                  </a:moveTo>
                  <a:cubicBezTo>
                    <a:pt x="299132" y="34925"/>
                    <a:pt x="299132" y="34925"/>
                    <a:pt x="305935" y="34925"/>
                  </a:cubicBezTo>
                  <a:cubicBezTo>
                    <a:pt x="304575" y="37624"/>
                    <a:pt x="304575" y="41672"/>
                    <a:pt x="304575" y="45720"/>
                  </a:cubicBezTo>
                  <a:cubicBezTo>
                    <a:pt x="307296" y="44371"/>
                    <a:pt x="310018" y="43022"/>
                    <a:pt x="314100" y="41672"/>
                  </a:cubicBezTo>
                  <a:cubicBezTo>
                    <a:pt x="314100" y="41672"/>
                    <a:pt x="314100" y="41672"/>
                    <a:pt x="316821" y="47070"/>
                  </a:cubicBezTo>
                  <a:cubicBezTo>
                    <a:pt x="312739" y="48419"/>
                    <a:pt x="308657" y="49769"/>
                    <a:pt x="305935" y="49769"/>
                  </a:cubicBezTo>
                  <a:cubicBezTo>
                    <a:pt x="307296" y="51118"/>
                    <a:pt x="310018" y="53817"/>
                    <a:pt x="312739" y="57865"/>
                  </a:cubicBezTo>
                  <a:cubicBezTo>
                    <a:pt x="312739" y="57865"/>
                    <a:pt x="312739" y="57865"/>
                    <a:pt x="307296" y="61913"/>
                  </a:cubicBezTo>
                  <a:cubicBezTo>
                    <a:pt x="305935" y="59214"/>
                    <a:pt x="304575" y="56516"/>
                    <a:pt x="301853" y="52467"/>
                  </a:cubicBezTo>
                  <a:cubicBezTo>
                    <a:pt x="300493" y="56516"/>
                    <a:pt x="297771" y="59214"/>
                    <a:pt x="296410" y="61913"/>
                  </a:cubicBezTo>
                  <a:cubicBezTo>
                    <a:pt x="296410" y="61913"/>
                    <a:pt x="296410" y="61913"/>
                    <a:pt x="290968" y="57865"/>
                  </a:cubicBezTo>
                  <a:cubicBezTo>
                    <a:pt x="295050" y="53817"/>
                    <a:pt x="296410" y="51118"/>
                    <a:pt x="297771" y="49769"/>
                  </a:cubicBezTo>
                  <a:cubicBezTo>
                    <a:pt x="295050" y="48419"/>
                    <a:pt x="290968" y="48419"/>
                    <a:pt x="288246" y="47070"/>
                  </a:cubicBezTo>
                  <a:cubicBezTo>
                    <a:pt x="288246" y="47070"/>
                    <a:pt x="288246" y="47070"/>
                    <a:pt x="289607" y="41672"/>
                  </a:cubicBezTo>
                  <a:cubicBezTo>
                    <a:pt x="295050" y="43022"/>
                    <a:pt x="297771" y="44371"/>
                    <a:pt x="300493" y="45720"/>
                  </a:cubicBezTo>
                  <a:cubicBezTo>
                    <a:pt x="299132" y="40323"/>
                    <a:pt x="299132" y="36275"/>
                    <a:pt x="299132" y="34925"/>
                  </a:cubicBezTo>
                  <a:close/>
                  <a:moveTo>
                    <a:pt x="219554" y="26988"/>
                  </a:moveTo>
                  <a:cubicBezTo>
                    <a:pt x="219554" y="26988"/>
                    <a:pt x="219554" y="26988"/>
                    <a:pt x="230195" y="26988"/>
                  </a:cubicBezTo>
                  <a:cubicBezTo>
                    <a:pt x="230195" y="32280"/>
                    <a:pt x="230195" y="38894"/>
                    <a:pt x="228865" y="45509"/>
                  </a:cubicBezTo>
                  <a:cubicBezTo>
                    <a:pt x="234185" y="42863"/>
                    <a:pt x="239505" y="40217"/>
                    <a:pt x="246156" y="38894"/>
                  </a:cubicBezTo>
                  <a:cubicBezTo>
                    <a:pt x="246156" y="38894"/>
                    <a:pt x="246156" y="38894"/>
                    <a:pt x="250146" y="49478"/>
                  </a:cubicBezTo>
                  <a:cubicBezTo>
                    <a:pt x="243495" y="50801"/>
                    <a:pt x="238175" y="53446"/>
                    <a:pt x="231525" y="53446"/>
                  </a:cubicBezTo>
                  <a:cubicBezTo>
                    <a:pt x="234185" y="56092"/>
                    <a:pt x="239505" y="61384"/>
                    <a:pt x="244826" y="67999"/>
                  </a:cubicBezTo>
                  <a:cubicBezTo>
                    <a:pt x="244826" y="67999"/>
                    <a:pt x="244826" y="67999"/>
                    <a:pt x="235515" y="74613"/>
                  </a:cubicBezTo>
                  <a:cubicBezTo>
                    <a:pt x="232855" y="70644"/>
                    <a:pt x="228865" y="65353"/>
                    <a:pt x="224874" y="57415"/>
                  </a:cubicBezTo>
                  <a:cubicBezTo>
                    <a:pt x="220884" y="65353"/>
                    <a:pt x="218224" y="70644"/>
                    <a:pt x="215564" y="74613"/>
                  </a:cubicBezTo>
                  <a:cubicBezTo>
                    <a:pt x="215564" y="74613"/>
                    <a:pt x="215564" y="74613"/>
                    <a:pt x="206253" y="67999"/>
                  </a:cubicBezTo>
                  <a:cubicBezTo>
                    <a:pt x="212904" y="60061"/>
                    <a:pt x="216894" y="56092"/>
                    <a:pt x="219554" y="53446"/>
                  </a:cubicBezTo>
                  <a:cubicBezTo>
                    <a:pt x="212904" y="52124"/>
                    <a:pt x="206253" y="50801"/>
                    <a:pt x="200933" y="49478"/>
                  </a:cubicBezTo>
                  <a:cubicBezTo>
                    <a:pt x="200933" y="49478"/>
                    <a:pt x="200933" y="49478"/>
                    <a:pt x="203593" y="38894"/>
                  </a:cubicBezTo>
                  <a:cubicBezTo>
                    <a:pt x="211574" y="41540"/>
                    <a:pt x="218224" y="44186"/>
                    <a:pt x="220884" y="45509"/>
                  </a:cubicBezTo>
                  <a:cubicBezTo>
                    <a:pt x="220884" y="36249"/>
                    <a:pt x="219554" y="30957"/>
                    <a:pt x="219554" y="26988"/>
                  </a:cubicBezTo>
                  <a:close/>
                  <a:moveTo>
                    <a:pt x="92447" y="0"/>
                  </a:moveTo>
                  <a:cubicBezTo>
                    <a:pt x="97724" y="0"/>
                    <a:pt x="103000" y="2639"/>
                    <a:pt x="106958" y="7919"/>
                  </a:cubicBezTo>
                  <a:cubicBezTo>
                    <a:pt x="109596" y="11878"/>
                    <a:pt x="108277" y="18477"/>
                    <a:pt x="105639" y="23756"/>
                  </a:cubicBezTo>
                  <a:cubicBezTo>
                    <a:pt x="92447" y="39594"/>
                    <a:pt x="88489" y="62031"/>
                    <a:pt x="91128" y="81828"/>
                  </a:cubicBezTo>
                  <a:cubicBezTo>
                    <a:pt x="91128" y="81828"/>
                    <a:pt x="91128" y="81828"/>
                    <a:pt x="128065" y="38274"/>
                  </a:cubicBezTo>
                  <a:cubicBezTo>
                    <a:pt x="134661" y="29036"/>
                    <a:pt x="143895" y="30355"/>
                    <a:pt x="150491" y="38274"/>
                  </a:cubicBezTo>
                  <a:cubicBezTo>
                    <a:pt x="150491" y="38274"/>
                    <a:pt x="150491" y="38274"/>
                    <a:pt x="267900" y="178174"/>
                  </a:cubicBezTo>
                  <a:cubicBezTo>
                    <a:pt x="275815" y="187412"/>
                    <a:pt x="267900" y="201930"/>
                    <a:pt x="257346" y="201930"/>
                  </a:cubicBezTo>
                  <a:cubicBezTo>
                    <a:pt x="257346" y="201930"/>
                    <a:pt x="257346" y="201930"/>
                    <a:pt x="213813" y="201930"/>
                  </a:cubicBezTo>
                  <a:lnTo>
                    <a:pt x="266580" y="265281"/>
                  </a:lnTo>
                  <a:cubicBezTo>
                    <a:pt x="277134" y="275839"/>
                    <a:pt x="271857" y="290357"/>
                    <a:pt x="257346" y="290357"/>
                  </a:cubicBezTo>
                  <a:cubicBezTo>
                    <a:pt x="257346" y="290357"/>
                    <a:pt x="257346" y="290357"/>
                    <a:pt x="153130" y="290357"/>
                  </a:cubicBezTo>
                  <a:cubicBezTo>
                    <a:pt x="153130" y="290357"/>
                    <a:pt x="153130" y="290357"/>
                    <a:pt x="153130" y="322032"/>
                  </a:cubicBezTo>
                  <a:cubicBezTo>
                    <a:pt x="153130" y="331271"/>
                    <a:pt x="146534" y="336550"/>
                    <a:pt x="139938" y="336550"/>
                  </a:cubicBezTo>
                  <a:cubicBezTo>
                    <a:pt x="132023" y="336550"/>
                    <a:pt x="125427" y="329951"/>
                    <a:pt x="125427" y="322032"/>
                  </a:cubicBezTo>
                  <a:cubicBezTo>
                    <a:pt x="125427" y="322032"/>
                    <a:pt x="125427" y="322032"/>
                    <a:pt x="125427" y="290357"/>
                  </a:cubicBezTo>
                  <a:cubicBezTo>
                    <a:pt x="125427" y="290357"/>
                    <a:pt x="125427" y="290357"/>
                    <a:pt x="21211" y="290357"/>
                  </a:cubicBezTo>
                  <a:cubicBezTo>
                    <a:pt x="8019" y="290357"/>
                    <a:pt x="2742" y="274519"/>
                    <a:pt x="10657" y="266601"/>
                  </a:cubicBezTo>
                  <a:cubicBezTo>
                    <a:pt x="10657" y="266601"/>
                    <a:pt x="10657" y="266601"/>
                    <a:pt x="64744" y="201930"/>
                  </a:cubicBezTo>
                  <a:cubicBezTo>
                    <a:pt x="64744" y="201930"/>
                    <a:pt x="64744" y="201930"/>
                    <a:pt x="21211" y="201930"/>
                  </a:cubicBezTo>
                  <a:cubicBezTo>
                    <a:pt x="6699" y="201930"/>
                    <a:pt x="2742" y="187412"/>
                    <a:pt x="10657" y="178174"/>
                  </a:cubicBezTo>
                  <a:cubicBezTo>
                    <a:pt x="10657" y="178174"/>
                    <a:pt x="10657" y="178174"/>
                    <a:pt x="21211" y="166295"/>
                  </a:cubicBezTo>
                  <a:cubicBezTo>
                    <a:pt x="18572" y="162336"/>
                    <a:pt x="15934" y="158377"/>
                    <a:pt x="13295" y="154417"/>
                  </a:cubicBezTo>
                  <a:cubicBezTo>
                    <a:pt x="103" y="129341"/>
                    <a:pt x="-3854" y="101625"/>
                    <a:pt x="4061" y="75229"/>
                  </a:cubicBezTo>
                  <a:cubicBezTo>
                    <a:pt x="10657" y="48833"/>
                    <a:pt x="29126" y="26396"/>
                    <a:pt x="52871" y="13198"/>
                  </a:cubicBezTo>
                  <a:cubicBezTo>
                    <a:pt x="64744" y="5279"/>
                    <a:pt x="77936" y="1320"/>
                    <a:pt x="92447" y="0"/>
                  </a:cubicBezTo>
                  <a:close/>
                </a:path>
              </a:pathLst>
            </a:custGeom>
            <a:solidFill>
              <a:schemeClr val="tx2">
                <a:lumMod val="75000"/>
                <a:lumOff val="25000"/>
              </a:schemeClr>
            </a:solidFill>
            <a:ln w="12700">
              <a:miter lim="400000"/>
            </a:ln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sz="1400">
                <a:cs typeface="+mn-ea"/>
                <a:sym typeface="+mn-lt"/>
              </a:endParaRPr>
            </a:p>
          </p:txBody>
        </p:sp>
        <p:sp>
          <p:nvSpPr>
            <p:cNvPr id="80" name="任意多边形: 形状 26"/>
            <p:cNvSpPr/>
            <p:nvPr>
              <p:custDataLst>
                <p:tags r:id="rId11"/>
              </p:custDataLst>
            </p:nvPr>
          </p:nvSpPr>
          <p:spPr>
            <a:xfrm>
              <a:off x="6957460" y="2220697"/>
              <a:ext cx="356833" cy="344994"/>
            </a:xfrm>
            <a:custGeom>
              <a:avLst/>
              <a:gdLst>
                <a:gd name="connsiteX0" fmla="*/ 172933 w 334963"/>
                <a:gd name="connsiteY0" fmla="*/ 41002 h 323850"/>
                <a:gd name="connsiteX1" fmla="*/ 161089 w 334963"/>
                <a:gd name="connsiteY1" fmla="*/ 51512 h 323850"/>
                <a:gd name="connsiteX2" fmla="*/ 103187 w 334963"/>
                <a:gd name="connsiteY2" fmla="*/ 281426 h 323850"/>
                <a:gd name="connsiteX3" fmla="*/ 104503 w 334963"/>
                <a:gd name="connsiteY3" fmla="*/ 293250 h 323850"/>
                <a:gd name="connsiteX4" fmla="*/ 113715 w 334963"/>
                <a:gd name="connsiteY4" fmla="*/ 299819 h 323850"/>
                <a:gd name="connsiteX5" fmla="*/ 170301 w 334963"/>
                <a:gd name="connsiteY5" fmla="*/ 306388 h 323850"/>
                <a:gd name="connsiteX6" fmla="*/ 290053 w 334963"/>
                <a:gd name="connsiteY6" fmla="*/ 277485 h 323850"/>
                <a:gd name="connsiteX7" fmla="*/ 301896 w 334963"/>
                <a:gd name="connsiteY7" fmla="*/ 263033 h 323850"/>
                <a:gd name="connsiteX8" fmla="*/ 299264 w 334963"/>
                <a:gd name="connsiteY8" fmla="*/ 245954 h 323850"/>
                <a:gd name="connsiteX9" fmla="*/ 187408 w 334963"/>
                <a:gd name="connsiteY9" fmla="*/ 47571 h 323850"/>
                <a:gd name="connsiteX10" fmla="*/ 172933 w 334963"/>
                <a:gd name="connsiteY10" fmla="*/ 41002 h 323850"/>
                <a:gd name="connsiteX11" fmla="*/ 167482 w 334963"/>
                <a:gd name="connsiteY11" fmla="*/ 0 h 323850"/>
                <a:gd name="connsiteX12" fmla="*/ 179351 w 334963"/>
                <a:gd name="connsiteY12" fmla="*/ 6582 h 323850"/>
                <a:gd name="connsiteX13" fmla="*/ 333644 w 334963"/>
                <a:gd name="connsiteY13" fmla="*/ 267242 h 323850"/>
                <a:gd name="connsiteX14" fmla="*/ 334963 w 334963"/>
                <a:gd name="connsiteY14" fmla="*/ 276457 h 323850"/>
                <a:gd name="connsiteX15" fmla="*/ 328369 w 334963"/>
                <a:gd name="connsiteY15" fmla="*/ 285673 h 323850"/>
                <a:gd name="connsiteX16" fmla="*/ 163525 w 334963"/>
                <a:gd name="connsiteY16" fmla="*/ 323850 h 323850"/>
                <a:gd name="connsiteX17" fmla="*/ 6594 w 334963"/>
                <a:gd name="connsiteY17" fmla="*/ 285673 h 323850"/>
                <a:gd name="connsiteX18" fmla="*/ 0 w 334963"/>
                <a:gd name="connsiteY18" fmla="*/ 277774 h 323850"/>
                <a:gd name="connsiteX19" fmla="*/ 1319 w 334963"/>
                <a:gd name="connsiteY19" fmla="*/ 267242 h 323850"/>
                <a:gd name="connsiteX20" fmla="*/ 155613 w 334963"/>
                <a:gd name="connsiteY20" fmla="*/ 6582 h 323850"/>
                <a:gd name="connsiteX21" fmla="*/ 167482 w 334963"/>
                <a:gd name="connsiteY21" fmla="*/ 0 h 3238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334963" h="323850">
                  <a:moveTo>
                    <a:pt x="172933" y="41002"/>
                  </a:moveTo>
                  <a:cubicBezTo>
                    <a:pt x="166353" y="41002"/>
                    <a:pt x="162405" y="46257"/>
                    <a:pt x="161089" y="51512"/>
                  </a:cubicBezTo>
                  <a:cubicBezTo>
                    <a:pt x="161089" y="51512"/>
                    <a:pt x="161089" y="51512"/>
                    <a:pt x="103187" y="281426"/>
                  </a:cubicBezTo>
                  <a:cubicBezTo>
                    <a:pt x="103187" y="285367"/>
                    <a:pt x="103187" y="289309"/>
                    <a:pt x="104503" y="293250"/>
                  </a:cubicBezTo>
                  <a:cubicBezTo>
                    <a:pt x="107135" y="295878"/>
                    <a:pt x="111083" y="298505"/>
                    <a:pt x="113715" y="299819"/>
                  </a:cubicBezTo>
                  <a:cubicBezTo>
                    <a:pt x="132138" y="303761"/>
                    <a:pt x="151878" y="306388"/>
                    <a:pt x="170301" y="306388"/>
                  </a:cubicBezTo>
                  <a:cubicBezTo>
                    <a:pt x="238730" y="306388"/>
                    <a:pt x="288737" y="278798"/>
                    <a:pt x="290053" y="277485"/>
                  </a:cubicBezTo>
                  <a:cubicBezTo>
                    <a:pt x="296632" y="274857"/>
                    <a:pt x="300580" y="269602"/>
                    <a:pt x="301896" y="263033"/>
                  </a:cubicBezTo>
                  <a:cubicBezTo>
                    <a:pt x="303212" y="257778"/>
                    <a:pt x="303212" y="251209"/>
                    <a:pt x="299264" y="245954"/>
                  </a:cubicBezTo>
                  <a:cubicBezTo>
                    <a:pt x="299264" y="245954"/>
                    <a:pt x="299264" y="245954"/>
                    <a:pt x="187408" y="47571"/>
                  </a:cubicBezTo>
                  <a:cubicBezTo>
                    <a:pt x="184776" y="42316"/>
                    <a:pt x="178197" y="39688"/>
                    <a:pt x="172933" y="41002"/>
                  </a:cubicBezTo>
                  <a:close/>
                  <a:moveTo>
                    <a:pt x="167482" y="0"/>
                  </a:moveTo>
                  <a:cubicBezTo>
                    <a:pt x="172757" y="0"/>
                    <a:pt x="176713" y="2633"/>
                    <a:pt x="179351" y="6582"/>
                  </a:cubicBezTo>
                  <a:cubicBezTo>
                    <a:pt x="179351" y="6582"/>
                    <a:pt x="179351" y="6582"/>
                    <a:pt x="333644" y="267242"/>
                  </a:cubicBezTo>
                  <a:cubicBezTo>
                    <a:pt x="334963" y="269875"/>
                    <a:pt x="334963" y="273825"/>
                    <a:pt x="334963" y="276457"/>
                  </a:cubicBezTo>
                  <a:cubicBezTo>
                    <a:pt x="333644" y="280407"/>
                    <a:pt x="331007" y="283040"/>
                    <a:pt x="328369" y="285673"/>
                  </a:cubicBezTo>
                  <a:cubicBezTo>
                    <a:pt x="325732" y="286989"/>
                    <a:pt x="257157" y="323850"/>
                    <a:pt x="163525" y="323850"/>
                  </a:cubicBezTo>
                  <a:cubicBezTo>
                    <a:pt x="108138" y="323850"/>
                    <a:pt x="55387" y="310686"/>
                    <a:pt x="6594" y="285673"/>
                  </a:cubicBezTo>
                  <a:cubicBezTo>
                    <a:pt x="3956" y="283040"/>
                    <a:pt x="1319" y="280407"/>
                    <a:pt x="0" y="277774"/>
                  </a:cubicBezTo>
                  <a:cubicBezTo>
                    <a:pt x="0" y="273825"/>
                    <a:pt x="0" y="271192"/>
                    <a:pt x="1319" y="267242"/>
                  </a:cubicBezTo>
                  <a:cubicBezTo>
                    <a:pt x="1319" y="267242"/>
                    <a:pt x="1319" y="267242"/>
                    <a:pt x="155613" y="6582"/>
                  </a:cubicBezTo>
                  <a:cubicBezTo>
                    <a:pt x="156932" y="2633"/>
                    <a:pt x="162207" y="0"/>
                    <a:pt x="167482" y="0"/>
                  </a:cubicBezTo>
                  <a:close/>
                </a:path>
              </a:pathLst>
            </a:custGeom>
            <a:solidFill>
              <a:schemeClr val="tx2">
                <a:lumMod val="75000"/>
                <a:lumOff val="25000"/>
              </a:schemeClr>
            </a:solidFill>
            <a:ln w="12700">
              <a:miter lim="400000"/>
            </a:ln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sz="1400">
                <a:cs typeface="+mn-ea"/>
                <a:sym typeface="+mn-lt"/>
              </a:endParaRPr>
            </a:p>
          </p:txBody>
        </p:sp>
        <p:sp>
          <p:nvSpPr>
            <p:cNvPr id="81" name="任意多边形: 形状 27"/>
            <p:cNvSpPr/>
            <p:nvPr>
              <p:custDataLst>
                <p:tags r:id="rId12"/>
              </p:custDataLst>
            </p:nvPr>
          </p:nvSpPr>
          <p:spPr>
            <a:xfrm>
              <a:off x="4878436" y="4286380"/>
              <a:ext cx="355150" cy="356833"/>
            </a:xfrm>
            <a:custGeom>
              <a:avLst/>
              <a:gdLst>
                <a:gd name="connsiteX0" fmla="*/ 76345 w 334963"/>
                <a:gd name="connsiteY0" fmla="*/ 119063 h 336550"/>
                <a:gd name="connsiteX1" fmla="*/ 68552 w 334963"/>
                <a:gd name="connsiteY1" fmla="*/ 127038 h 336550"/>
                <a:gd name="connsiteX2" fmla="*/ 68552 w 334963"/>
                <a:gd name="connsiteY2" fmla="*/ 160264 h 336550"/>
                <a:gd name="connsiteX3" fmla="*/ 49069 w 334963"/>
                <a:gd name="connsiteY3" fmla="*/ 160264 h 336550"/>
                <a:gd name="connsiteX4" fmla="*/ 41275 w 334963"/>
                <a:gd name="connsiteY4" fmla="*/ 168239 h 336550"/>
                <a:gd name="connsiteX5" fmla="*/ 49069 w 334963"/>
                <a:gd name="connsiteY5" fmla="*/ 176213 h 336550"/>
                <a:gd name="connsiteX6" fmla="*/ 76345 w 334963"/>
                <a:gd name="connsiteY6" fmla="*/ 176213 h 336550"/>
                <a:gd name="connsiteX7" fmla="*/ 84138 w 334963"/>
                <a:gd name="connsiteY7" fmla="*/ 168239 h 336550"/>
                <a:gd name="connsiteX8" fmla="*/ 84138 w 334963"/>
                <a:gd name="connsiteY8" fmla="*/ 127038 h 336550"/>
                <a:gd name="connsiteX9" fmla="*/ 76345 w 334963"/>
                <a:gd name="connsiteY9" fmla="*/ 119063 h 336550"/>
                <a:gd name="connsiteX10" fmla="*/ 269026 w 334963"/>
                <a:gd name="connsiteY10" fmla="*/ 0 h 336550"/>
                <a:gd name="connsiteX11" fmla="*/ 319138 w 334963"/>
                <a:gd name="connsiteY11" fmla="*/ 0 h 336550"/>
                <a:gd name="connsiteX12" fmla="*/ 334963 w 334963"/>
                <a:gd name="connsiteY12" fmla="*/ 15776 h 336550"/>
                <a:gd name="connsiteX13" fmla="*/ 334963 w 334963"/>
                <a:gd name="connsiteY13" fmla="*/ 65732 h 336550"/>
                <a:gd name="connsiteX14" fmla="*/ 319138 w 334963"/>
                <a:gd name="connsiteY14" fmla="*/ 81508 h 336550"/>
                <a:gd name="connsiteX15" fmla="*/ 269026 w 334963"/>
                <a:gd name="connsiteY15" fmla="*/ 81508 h 336550"/>
                <a:gd name="connsiteX16" fmla="*/ 253201 w 334963"/>
                <a:gd name="connsiteY16" fmla="*/ 65732 h 336550"/>
                <a:gd name="connsiteX17" fmla="*/ 253201 w 334963"/>
                <a:gd name="connsiteY17" fmla="*/ 49957 h 336550"/>
                <a:gd name="connsiteX18" fmla="*/ 201769 w 334963"/>
                <a:gd name="connsiteY18" fmla="*/ 49957 h 336550"/>
                <a:gd name="connsiteX19" fmla="*/ 201769 w 334963"/>
                <a:gd name="connsiteY19" fmla="*/ 155129 h 336550"/>
                <a:gd name="connsiteX20" fmla="*/ 253201 w 334963"/>
                <a:gd name="connsiteY20" fmla="*/ 155129 h 336550"/>
                <a:gd name="connsiteX21" fmla="*/ 253201 w 334963"/>
                <a:gd name="connsiteY21" fmla="*/ 143297 h 336550"/>
                <a:gd name="connsiteX22" fmla="*/ 269026 w 334963"/>
                <a:gd name="connsiteY22" fmla="*/ 127521 h 336550"/>
                <a:gd name="connsiteX23" fmla="*/ 319138 w 334963"/>
                <a:gd name="connsiteY23" fmla="*/ 127521 h 336550"/>
                <a:gd name="connsiteX24" fmla="*/ 334963 w 334963"/>
                <a:gd name="connsiteY24" fmla="*/ 143297 h 336550"/>
                <a:gd name="connsiteX25" fmla="*/ 334963 w 334963"/>
                <a:gd name="connsiteY25" fmla="*/ 193253 h 336550"/>
                <a:gd name="connsiteX26" fmla="*/ 319138 w 334963"/>
                <a:gd name="connsiteY26" fmla="*/ 209029 h 336550"/>
                <a:gd name="connsiteX27" fmla="*/ 269026 w 334963"/>
                <a:gd name="connsiteY27" fmla="*/ 209029 h 336550"/>
                <a:gd name="connsiteX28" fmla="*/ 253201 w 334963"/>
                <a:gd name="connsiteY28" fmla="*/ 193253 h 336550"/>
                <a:gd name="connsiteX29" fmla="*/ 253201 w 334963"/>
                <a:gd name="connsiteY29" fmla="*/ 181422 h 336550"/>
                <a:gd name="connsiteX30" fmla="*/ 201769 w 334963"/>
                <a:gd name="connsiteY30" fmla="*/ 181422 h 336550"/>
                <a:gd name="connsiteX31" fmla="*/ 201769 w 334963"/>
                <a:gd name="connsiteY31" fmla="*/ 286594 h 336550"/>
                <a:gd name="connsiteX32" fmla="*/ 253201 w 334963"/>
                <a:gd name="connsiteY32" fmla="*/ 286594 h 336550"/>
                <a:gd name="connsiteX33" fmla="*/ 253201 w 334963"/>
                <a:gd name="connsiteY33" fmla="*/ 270818 h 336550"/>
                <a:gd name="connsiteX34" fmla="*/ 269026 w 334963"/>
                <a:gd name="connsiteY34" fmla="*/ 255042 h 336550"/>
                <a:gd name="connsiteX35" fmla="*/ 319138 w 334963"/>
                <a:gd name="connsiteY35" fmla="*/ 255042 h 336550"/>
                <a:gd name="connsiteX36" fmla="*/ 334963 w 334963"/>
                <a:gd name="connsiteY36" fmla="*/ 270818 h 336550"/>
                <a:gd name="connsiteX37" fmla="*/ 334963 w 334963"/>
                <a:gd name="connsiteY37" fmla="*/ 320774 h 336550"/>
                <a:gd name="connsiteX38" fmla="*/ 319138 w 334963"/>
                <a:gd name="connsiteY38" fmla="*/ 336550 h 336550"/>
                <a:gd name="connsiteX39" fmla="*/ 269026 w 334963"/>
                <a:gd name="connsiteY39" fmla="*/ 336550 h 336550"/>
                <a:gd name="connsiteX40" fmla="*/ 253201 w 334963"/>
                <a:gd name="connsiteY40" fmla="*/ 320774 h 336550"/>
                <a:gd name="connsiteX41" fmla="*/ 253201 w 334963"/>
                <a:gd name="connsiteY41" fmla="*/ 311572 h 336550"/>
                <a:gd name="connsiteX42" fmla="*/ 188582 w 334963"/>
                <a:gd name="connsiteY42" fmla="*/ 311572 h 336550"/>
                <a:gd name="connsiteX43" fmla="*/ 176713 w 334963"/>
                <a:gd name="connsiteY43" fmla="*/ 298425 h 336550"/>
                <a:gd name="connsiteX44" fmla="*/ 176713 w 334963"/>
                <a:gd name="connsiteY44" fmla="*/ 181422 h 336550"/>
                <a:gd name="connsiteX45" fmla="*/ 151657 w 334963"/>
                <a:gd name="connsiteY45" fmla="*/ 181422 h 336550"/>
                <a:gd name="connsiteX46" fmla="*/ 76488 w 334963"/>
                <a:gd name="connsiteY46" fmla="*/ 244525 h 336550"/>
                <a:gd name="connsiteX47" fmla="*/ 0 w 334963"/>
                <a:gd name="connsiteY47" fmla="*/ 168275 h 336550"/>
                <a:gd name="connsiteX48" fmla="*/ 76488 w 334963"/>
                <a:gd name="connsiteY48" fmla="*/ 92025 h 336550"/>
                <a:gd name="connsiteX49" fmla="*/ 151657 w 334963"/>
                <a:gd name="connsiteY49" fmla="*/ 155129 h 336550"/>
                <a:gd name="connsiteX50" fmla="*/ 176713 w 334963"/>
                <a:gd name="connsiteY50" fmla="*/ 155129 h 336550"/>
                <a:gd name="connsiteX51" fmla="*/ 176713 w 334963"/>
                <a:gd name="connsiteY51" fmla="*/ 38125 h 336550"/>
                <a:gd name="connsiteX52" fmla="*/ 188582 w 334963"/>
                <a:gd name="connsiteY52" fmla="*/ 24978 h 336550"/>
                <a:gd name="connsiteX53" fmla="*/ 253201 w 334963"/>
                <a:gd name="connsiteY53" fmla="*/ 24978 h 336550"/>
                <a:gd name="connsiteX54" fmla="*/ 253201 w 334963"/>
                <a:gd name="connsiteY54" fmla="*/ 15776 h 336550"/>
                <a:gd name="connsiteX55" fmla="*/ 269026 w 334963"/>
                <a:gd name="connsiteY55" fmla="*/ 0 h 336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334963" h="336550">
                  <a:moveTo>
                    <a:pt x="76345" y="119063"/>
                  </a:moveTo>
                  <a:cubicBezTo>
                    <a:pt x="72448" y="119063"/>
                    <a:pt x="68552" y="121721"/>
                    <a:pt x="68552" y="127038"/>
                  </a:cubicBezTo>
                  <a:cubicBezTo>
                    <a:pt x="68552" y="127038"/>
                    <a:pt x="68552" y="127038"/>
                    <a:pt x="68552" y="160264"/>
                  </a:cubicBezTo>
                  <a:cubicBezTo>
                    <a:pt x="68552" y="160264"/>
                    <a:pt x="68552" y="160264"/>
                    <a:pt x="49069" y="160264"/>
                  </a:cubicBezTo>
                  <a:cubicBezTo>
                    <a:pt x="45172" y="160264"/>
                    <a:pt x="41275" y="164251"/>
                    <a:pt x="41275" y="168239"/>
                  </a:cubicBezTo>
                  <a:cubicBezTo>
                    <a:pt x="41275" y="172226"/>
                    <a:pt x="45172" y="176213"/>
                    <a:pt x="49069" y="176213"/>
                  </a:cubicBezTo>
                  <a:cubicBezTo>
                    <a:pt x="49069" y="176213"/>
                    <a:pt x="49069" y="176213"/>
                    <a:pt x="76345" y="176213"/>
                  </a:cubicBezTo>
                  <a:cubicBezTo>
                    <a:pt x="80242" y="176213"/>
                    <a:pt x="84138" y="172226"/>
                    <a:pt x="84138" y="168239"/>
                  </a:cubicBezTo>
                  <a:lnTo>
                    <a:pt x="84138" y="127038"/>
                  </a:lnTo>
                  <a:cubicBezTo>
                    <a:pt x="84138" y="121721"/>
                    <a:pt x="80242" y="119063"/>
                    <a:pt x="76345" y="119063"/>
                  </a:cubicBezTo>
                  <a:close/>
                  <a:moveTo>
                    <a:pt x="269026" y="0"/>
                  </a:moveTo>
                  <a:cubicBezTo>
                    <a:pt x="269026" y="0"/>
                    <a:pt x="269026" y="0"/>
                    <a:pt x="319138" y="0"/>
                  </a:cubicBezTo>
                  <a:cubicBezTo>
                    <a:pt x="328369" y="0"/>
                    <a:pt x="334963" y="7888"/>
                    <a:pt x="334963" y="15776"/>
                  </a:cubicBezTo>
                  <a:cubicBezTo>
                    <a:pt x="334963" y="15776"/>
                    <a:pt x="334963" y="15776"/>
                    <a:pt x="334963" y="65732"/>
                  </a:cubicBezTo>
                  <a:cubicBezTo>
                    <a:pt x="334963" y="74935"/>
                    <a:pt x="328369" y="81508"/>
                    <a:pt x="319138" y="81508"/>
                  </a:cubicBezTo>
                  <a:cubicBezTo>
                    <a:pt x="319138" y="81508"/>
                    <a:pt x="319138" y="81508"/>
                    <a:pt x="269026" y="81508"/>
                  </a:cubicBezTo>
                  <a:cubicBezTo>
                    <a:pt x="259794" y="81508"/>
                    <a:pt x="253201" y="74935"/>
                    <a:pt x="253201" y="65732"/>
                  </a:cubicBezTo>
                  <a:cubicBezTo>
                    <a:pt x="253201" y="65732"/>
                    <a:pt x="253201" y="65732"/>
                    <a:pt x="253201" y="49957"/>
                  </a:cubicBezTo>
                  <a:cubicBezTo>
                    <a:pt x="253201" y="49957"/>
                    <a:pt x="253201" y="49957"/>
                    <a:pt x="201769" y="49957"/>
                  </a:cubicBezTo>
                  <a:cubicBezTo>
                    <a:pt x="201769" y="49957"/>
                    <a:pt x="201769" y="49957"/>
                    <a:pt x="201769" y="155129"/>
                  </a:cubicBezTo>
                  <a:cubicBezTo>
                    <a:pt x="201769" y="155129"/>
                    <a:pt x="201769" y="155129"/>
                    <a:pt x="253201" y="155129"/>
                  </a:cubicBezTo>
                  <a:cubicBezTo>
                    <a:pt x="253201" y="155129"/>
                    <a:pt x="253201" y="155129"/>
                    <a:pt x="253201" y="143297"/>
                  </a:cubicBezTo>
                  <a:cubicBezTo>
                    <a:pt x="253201" y="134094"/>
                    <a:pt x="259794" y="127521"/>
                    <a:pt x="269026" y="127521"/>
                  </a:cubicBezTo>
                  <a:cubicBezTo>
                    <a:pt x="269026" y="127521"/>
                    <a:pt x="269026" y="127521"/>
                    <a:pt x="319138" y="127521"/>
                  </a:cubicBezTo>
                  <a:cubicBezTo>
                    <a:pt x="328369" y="127521"/>
                    <a:pt x="334963" y="134094"/>
                    <a:pt x="334963" y="143297"/>
                  </a:cubicBezTo>
                  <a:cubicBezTo>
                    <a:pt x="334963" y="143297"/>
                    <a:pt x="334963" y="143297"/>
                    <a:pt x="334963" y="193253"/>
                  </a:cubicBezTo>
                  <a:cubicBezTo>
                    <a:pt x="334963" y="202456"/>
                    <a:pt x="328369" y="209029"/>
                    <a:pt x="319138" y="209029"/>
                  </a:cubicBezTo>
                  <a:cubicBezTo>
                    <a:pt x="319138" y="209029"/>
                    <a:pt x="319138" y="209029"/>
                    <a:pt x="269026" y="209029"/>
                  </a:cubicBezTo>
                  <a:cubicBezTo>
                    <a:pt x="259794" y="209029"/>
                    <a:pt x="253201" y="202456"/>
                    <a:pt x="253201" y="193253"/>
                  </a:cubicBezTo>
                  <a:cubicBezTo>
                    <a:pt x="253201" y="193253"/>
                    <a:pt x="253201" y="193253"/>
                    <a:pt x="253201" y="181422"/>
                  </a:cubicBezTo>
                  <a:cubicBezTo>
                    <a:pt x="253201" y="181422"/>
                    <a:pt x="253201" y="181422"/>
                    <a:pt x="201769" y="181422"/>
                  </a:cubicBezTo>
                  <a:cubicBezTo>
                    <a:pt x="201769" y="181422"/>
                    <a:pt x="201769" y="181422"/>
                    <a:pt x="201769" y="286594"/>
                  </a:cubicBezTo>
                  <a:cubicBezTo>
                    <a:pt x="201769" y="286594"/>
                    <a:pt x="201769" y="286594"/>
                    <a:pt x="253201" y="286594"/>
                  </a:cubicBezTo>
                  <a:cubicBezTo>
                    <a:pt x="253201" y="286594"/>
                    <a:pt x="253201" y="286594"/>
                    <a:pt x="253201" y="270818"/>
                  </a:cubicBezTo>
                  <a:cubicBezTo>
                    <a:pt x="253201" y="261615"/>
                    <a:pt x="259794" y="255042"/>
                    <a:pt x="269026" y="255042"/>
                  </a:cubicBezTo>
                  <a:cubicBezTo>
                    <a:pt x="269026" y="255042"/>
                    <a:pt x="269026" y="255042"/>
                    <a:pt x="319138" y="255042"/>
                  </a:cubicBezTo>
                  <a:cubicBezTo>
                    <a:pt x="328369" y="255042"/>
                    <a:pt x="334963" y="261615"/>
                    <a:pt x="334963" y="270818"/>
                  </a:cubicBezTo>
                  <a:cubicBezTo>
                    <a:pt x="334963" y="270818"/>
                    <a:pt x="334963" y="270818"/>
                    <a:pt x="334963" y="320774"/>
                  </a:cubicBezTo>
                  <a:cubicBezTo>
                    <a:pt x="334963" y="328662"/>
                    <a:pt x="328369" y="336550"/>
                    <a:pt x="319138" y="336550"/>
                  </a:cubicBezTo>
                  <a:cubicBezTo>
                    <a:pt x="319138" y="336550"/>
                    <a:pt x="319138" y="336550"/>
                    <a:pt x="269026" y="336550"/>
                  </a:cubicBezTo>
                  <a:cubicBezTo>
                    <a:pt x="259794" y="336550"/>
                    <a:pt x="253201" y="328662"/>
                    <a:pt x="253201" y="320774"/>
                  </a:cubicBezTo>
                  <a:cubicBezTo>
                    <a:pt x="253201" y="320774"/>
                    <a:pt x="253201" y="320774"/>
                    <a:pt x="253201" y="311572"/>
                  </a:cubicBezTo>
                  <a:cubicBezTo>
                    <a:pt x="253201" y="311572"/>
                    <a:pt x="253201" y="311572"/>
                    <a:pt x="188582" y="311572"/>
                  </a:cubicBezTo>
                  <a:cubicBezTo>
                    <a:pt x="181988" y="311572"/>
                    <a:pt x="176713" y="306313"/>
                    <a:pt x="176713" y="298425"/>
                  </a:cubicBezTo>
                  <a:cubicBezTo>
                    <a:pt x="176713" y="298425"/>
                    <a:pt x="176713" y="298425"/>
                    <a:pt x="176713" y="181422"/>
                  </a:cubicBezTo>
                  <a:cubicBezTo>
                    <a:pt x="176713" y="181422"/>
                    <a:pt x="176713" y="181422"/>
                    <a:pt x="151657" y="181422"/>
                  </a:cubicBezTo>
                  <a:cubicBezTo>
                    <a:pt x="146382" y="216917"/>
                    <a:pt x="114732" y="244525"/>
                    <a:pt x="76488" y="244525"/>
                  </a:cubicBezTo>
                  <a:cubicBezTo>
                    <a:pt x="34287" y="244525"/>
                    <a:pt x="0" y="210344"/>
                    <a:pt x="0" y="168275"/>
                  </a:cubicBezTo>
                  <a:cubicBezTo>
                    <a:pt x="0" y="126206"/>
                    <a:pt x="34287" y="92025"/>
                    <a:pt x="76488" y="92025"/>
                  </a:cubicBezTo>
                  <a:cubicBezTo>
                    <a:pt x="114732" y="92025"/>
                    <a:pt x="146382" y="119633"/>
                    <a:pt x="151657" y="155129"/>
                  </a:cubicBezTo>
                  <a:cubicBezTo>
                    <a:pt x="151657" y="155129"/>
                    <a:pt x="151657" y="155129"/>
                    <a:pt x="176713" y="155129"/>
                  </a:cubicBezTo>
                  <a:cubicBezTo>
                    <a:pt x="176713" y="155129"/>
                    <a:pt x="176713" y="155129"/>
                    <a:pt x="176713" y="38125"/>
                  </a:cubicBezTo>
                  <a:cubicBezTo>
                    <a:pt x="176713" y="30237"/>
                    <a:pt x="181988" y="24978"/>
                    <a:pt x="188582" y="24978"/>
                  </a:cubicBezTo>
                  <a:cubicBezTo>
                    <a:pt x="188582" y="24978"/>
                    <a:pt x="188582" y="24978"/>
                    <a:pt x="253201" y="24978"/>
                  </a:cubicBezTo>
                  <a:cubicBezTo>
                    <a:pt x="253201" y="24978"/>
                    <a:pt x="253201" y="24978"/>
                    <a:pt x="253201" y="15776"/>
                  </a:cubicBezTo>
                  <a:cubicBezTo>
                    <a:pt x="253201" y="7888"/>
                    <a:pt x="259794" y="0"/>
                    <a:pt x="269026" y="0"/>
                  </a:cubicBezTo>
                  <a:close/>
                </a:path>
              </a:pathLst>
            </a:custGeom>
            <a:solidFill>
              <a:schemeClr val="tx2">
                <a:lumMod val="75000"/>
                <a:lumOff val="25000"/>
              </a:schemeClr>
            </a:solidFill>
            <a:ln w="12700">
              <a:miter lim="400000"/>
            </a:ln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sz="1400">
                <a:cs typeface="+mn-ea"/>
                <a:sym typeface="+mn-lt"/>
              </a:endParaRPr>
            </a:p>
          </p:txBody>
        </p:sp>
        <p:sp>
          <p:nvSpPr>
            <p:cNvPr id="82" name="任意多边形: 形状 28"/>
            <p:cNvSpPr/>
            <p:nvPr>
              <p:custDataLst>
                <p:tags r:id="rId13"/>
              </p:custDataLst>
            </p:nvPr>
          </p:nvSpPr>
          <p:spPr>
            <a:xfrm>
              <a:off x="4877710" y="2215619"/>
              <a:ext cx="356825" cy="355150"/>
            </a:xfrm>
            <a:custGeom>
              <a:avLst/>
              <a:gdLst>
                <a:gd name="connsiteX0" fmla="*/ 262525 w 338138"/>
                <a:gd name="connsiteY0" fmla="*/ 84138 h 336551"/>
                <a:gd name="connsiteX1" fmla="*/ 314260 w 338138"/>
                <a:gd name="connsiteY1" fmla="*/ 84138 h 336551"/>
                <a:gd name="connsiteX2" fmla="*/ 338138 w 338138"/>
                <a:gd name="connsiteY2" fmla="*/ 107802 h 336551"/>
                <a:gd name="connsiteX3" fmla="*/ 338138 w 338138"/>
                <a:gd name="connsiteY3" fmla="*/ 191940 h 336551"/>
                <a:gd name="connsiteX4" fmla="*/ 314260 w 338138"/>
                <a:gd name="connsiteY4" fmla="*/ 216918 h 336551"/>
                <a:gd name="connsiteX5" fmla="*/ 314260 w 338138"/>
                <a:gd name="connsiteY5" fmla="*/ 336551 h 336551"/>
                <a:gd name="connsiteX6" fmla="*/ 241300 w 338138"/>
                <a:gd name="connsiteY6" fmla="*/ 336551 h 336551"/>
                <a:gd name="connsiteX7" fmla="*/ 241300 w 338138"/>
                <a:gd name="connsiteY7" fmla="*/ 240582 h 336551"/>
                <a:gd name="connsiteX8" fmla="*/ 265178 w 338138"/>
                <a:gd name="connsiteY8" fmla="*/ 216918 h 336551"/>
                <a:gd name="connsiteX9" fmla="*/ 265178 w 338138"/>
                <a:gd name="connsiteY9" fmla="*/ 95970 h 336551"/>
                <a:gd name="connsiteX10" fmla="*/ 262525 w 338138"/>
                <a:gd name="connsiteY10" fmla="*/ 84138 h 336551"/>
                <a:gd name="connsiteX11" fmla="*/ 120477 w 338138"/>
                <a:gd name="connsiteY11" fmla="*/ 84138 h 336551"/>
                <a:gd name="connsiteX12" fmla="*/ 217661 w 338138"/>
                <a:gd name="connsiteY12" fmla="*/ 84138 h 336551"/>
                <a:gd name="connsiteX13" fmla="*/ 241300 w 338138"/>
                <a:gd name="connsiteY13" fmla="*/ 107802 h 336551"/>
                <a:gd name="connsiteX14" fmla="*/ 241300 w 338138"/>
                <a:gd name="connsiteY14" fmla="*/ 191940 h 336551"/>
                <a:gd name="connsiteX15" fmla="*/ 217661 w 338138"/>
                <a:gd name="connsiteY15" fmla="*/ 216918 h 336551"/>
                <a:gd name="connsiteX16" fmla="*/ 217661 w 338138"/>
                <a:gd name="connsiteY16" fmla="*/ 336551 h 336551"/>
                <a:gd name="connsiteX17" fmla="*/ 120477 w 338138"/>
                <a:gd name="connsiteY17" fmla="*/ 336551 h 336551"/>
                <a:gd name="connsiteX18" fmla="*/ 120477 w 338138"/>
                <a:gd name="connsiteY18" fmla="*/ 216918 h 336551"/>
                <a:gd name="connsiteX19" fmla="*/ 96837 w 338138"/>
                <a:gd name="connsiteY19" fmla="*/ 191940 h 336551"/>
                <a:gd name="connsiteX20" fmla="*/ 96837 w 338138"/>
                <a:gd name="connsiteY20" fmla="*/ 107802 h 336551"/>
                <a:gd name="connsiteX21" fmla="*/ 120477 w 338138"/>
                <a:gd name="connsiteY21" fmla="*/ 84138 h 336551"/>
                <a:gd name="connsiteX22" fmla="*/ 23878 w 338138"/>
                <a:gd name="connsiteY22" fmla="*/ 84138 h 336551"/>
                <a:gd name="connsiteX23" fmla="*/ 75613 w 338138"/>
                <a:gd name="connsiteY23" fmla="*/ 84138 h 336551"/>
                <a:gd name="connsiteX24" fmla="*/ 72960 w 338138"/>
                <a:gd name="connsiteY24" fmla="*/ 95970 h 336551"/>
                <a:gd name="connsiteX25" fmla="*/ 72960 w 338138"/>
                <a:gd name="connsiteY25" fmla="*/ 216918 h 336551"/>
                <a:gd name="connsiteX26" fmla="*/ 96838 w 338138"/>
                <a:gd name="connsiteY26" fmla="*/ 240582 h 336551"/>
                <a:gd name="connsiteX27" fmla="*/ 96838 w 338138"/>
                <a:gd name="connsiteY27" fmla="*/ 336551 h 336551"/>
                <a:gd name="connsiteX28" fmla="*/ 23878 w 338138"/>
                <a:gd name="connsiteY28" fmla="*/ 336551 h 336551"/>
                <a:gd name="connsiteX29" fmla="*/ 23878 w 338138"/>
                <a:gd name="connsiteY29" fmla="*/ 216918 h 336551"/>
                <a:gd name="connsiteX30" fmla="*/ 0 w 338138"/>
                <a:gd name="connsiteY30" fmla="*/ 191940 h 336551"/>
                <a:gd name="connsiteX31" fmla="*/ 0 w 338138"/>
                <a:gd name="connsiteY31" fmla="*/ 107802 h 336551"/>
                <a:gd name="connsiteX32" fmla="*/ 23878 w 338138"/>
                <a:gd name="connsiteY32" fmla="*/ 84138 h 336551"/>
                <a:gd name="connsiteX33" fmla="*/ 265257 w 338138"/>
                <a:gd name="connsiteY33" fmla="*/ 0 h 336551"/>
                <a:gd name="connsiteX34" fmla="*/ 301625 w 338138"/>
                <a:gd name="connsiteY34" fmla="*/ 35069 h 336551"/>
                <a:gd name="connsiteX35" fmla="*/ 265257 w 338138"/>
                <a:gd name="connsiteY35" fmla="*/ 71438 h 336551"/>
                <a:gd name="connsiteX36" fmla="*/ 248371 w 338138"/>
                <a:gd name="connsiteY36" fmla="*/ 66242 h 336551"/>
                <a:gd name="connsiteX37" fmla="*/ 245774 w 338138"/>
                <a:gd name="connsiteY37" fmla="*/ 64944 h 336551"/>
                <a:gd name="connsiteX38" fmla="*/ 230187 w 338138"/>
                <a:gd name="connsiteY38" fmla="*/ 35069 h 336551"/>
                <a:gd name="connsiteX39" fmla="*/ 265257 w 338138"/>
                <a:gd name="connsiteY39" fmla="*/ 0 h 336551"/>
                <a:gd name="connsiteX40" fmla="*/ 169069 w 338138"/>
                <a:gd name="connsiteY40" fmla="*/ 0 h 336551"/>
                <a:gd name="connsiteX41" fmla="*/ 204788 w 338138"/>
                <a:gd name="connsiteY41" fmla="*/ 35719 h 336551"/>
                <a:gd name="connsiteX42" fmla="*/ 169069 w 338138"/>
                <a:gd name="connsiteY42" fmla="*/ 71438 h 336551"/>
                <a:gd name="connsiteX43" fmla="*/ 133350 w 338138"/>
                <a:gd name="connsiteY43" fmla="*/ 35719 h 336551"/>
                <a:gd name="connsiteX44" fmla="*/ 169069 w 338138"/>
                <a:gd name="connsiteY44" fmla="*/ 0 h 336551"/>
                <a:gd name="connsiteX45" fmla="*/ 72880 w 338138"/>
                <a:gd name="connsiteY45" fmla="*/ 0 h 336551"/>
                <a:gd name="connsiteX46" fmla="*/ 107950 w 338138"/>
                <a:gd name="connsiteY46" fmla="*/ 35069 h 336551"/>
                <a:gd name="connsiteX47" fmla="*/ 92363 w 338138"/>
                <a:gd name="connsiteY47" fmla="*/ 64944 h 336551"/>
                <a:gd name="connsiteX48" fmla="*/ 89766 w 338138"/>
                <a:gd name="connsiteY48" fmla="*/ 66242 h 336551"/>
                <a:gd name="connsiteX49" fmla="*/ 72880 w 338138"/>
                <a:gd name="connsiteY49" fmla="*/ 71438 h 336551"/>
                <a:gd name="connsiteX50" fmla="*/ 36512 w 338138"/>
                <a:gd name="connsiteY50" fmla="*/ 35069 h 336551"/>
                <a:gd name="connsiteX51" fmla="*/ 72880 w 338138"/>
                <a:gd name="connsiteY51" fmla="*/ 0 h 3365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338138" h="336551">
                  <a:moveTo>
                    <a:pt x="262525" y="84138"/>
                  </a:moveTo>
                  <a:cubicBezTo>
                    <a:pt x="262525" y="84138"/>
                    <a:pt x="262525" y="84138"/>
                    <a:pt x="314260" y="84138"/>
                  </a:cubicBezTo>
                  <a:cubicBezTo>
                    <a:pt x="338138" y="84138"/>
                    <a:pt x="338138" y="107802"/>
                    <a:pt x="338138" y="107802"/>
                  </a:cubicBezTo>
                  <a:cubicBezTo>
                    <a:pt x="338138" y="107802"/>
                    <a:pt x="338138" y="107802"/>
                    <a:pt x="338138" y="191940"/>
                  </a:cubicBezTo>
                  <a:cubicBezTo>
                    <a:pt x="338138" y="216918"/>
                    <a:pt x="314260" y="216918"/>
                    <a:pt x="314260" y="216918"/>
                  </a:cubicBezTo>
                  <a:cubicBezTo>
                    <a:pt x="314260" y="216918"/>
                    <a:pt x="314260" y="216918"/>
                    <a:pt x="314260" y="336551"/>
                  </a:cubicBezTo>
                  <a:cubicBezTo>
                    <a:pt x="314260" y="336551"/>
                    <a:pt x="314260" y="336551"/>
                    <a:pt x="241300" y="336551"/>
                  </a:cubicBezTo>
                  <a:cubicBezTo>
                    <a:pt x="241300" y="336551"/>
                    <a:pt x="241300" y="336551"/>
                    <a:pt x="241300" y="240582"/>
                  </a:cubicBezTo>
                  <a:cubicBezTo>
                    <a:pt x="241300" y="240582"/>
                    <a:pt x="265178" y="240582"/>
                    <a:pt x="265178" y="216918"/>
                  </a:cubicBezTo>
                  <a:cubicBezTo>
                    <a:pt x="265178" y="216918"/>
                    <a:pt x="265178" y="216918"/>
                    <a:pt x="265178" y="95970"/>
                  </a:cubicBezTo>
                  <a:cubicBezTo>
                    <a:pt x="265178" y="95970"/>
                    <a:pt x="265178" y="90711"/>
                    <a:pt x="262525" y="84138"/>
                  </a:cubicBezTo>
                  <a:close/>
                  <a:moveTo>
                    <a:pt x="120477" y="84138"/>
                  </a:moveTo>
                  <a:cubicBezTo>
                    <a:pt x="120477" y="84138"/>
                    <a:pt x="120477" y="84138"/>
                    <a:pt x="217661" y="84138"/>
                  </a:cubicBezTo>
                  <a:cubicBezTo>
                    <a:pt x="241300" y="84138"/>
                    <a:pt x="241300" y="107802"/>
                    <a:pt x="241300" y="107802"/>
                  </a:cubicBezTo>
                  <a:lnTo>
                    <a:pt x="241300" y="191940"/>
                  </a:lnTo>
                  <a:cubicBezTo>
                    <a:pt x="241300" y="216918"/>
                    <a:pt x="217661" y="216918"/>
                    <a:pt x="217661" y="216918"/>
                  </a:cubicBezTo>
                  <a:cubicBezTo>
                    <a:pt x="217661" y="216918"/>
                    <a:pt x="217661" y="216918"/>
                    <a:pt x="217661" y="336551"/>
                  </a:cubicBezTo>
                  <a:cubicBezTo>
                    <a:pt x="217661" y="336551"/>
                    <a:pt x="217661" y="336551"/>
                    <a:pt x="120477" y="336551"/>
                  </a:cubicBezTo>
                  <a:cubicBezTo>
                    <a:pt x="120477" y="336551"/>
                    <a:pt x="120477" y="336551"/>
                    <a:pt x="120477" y="216918"/>
                  </a:cubicBezTo>
                  <a:cubicBezTo>
                    <a:pt x="120477" y="216918"/>
                    <a:pt x="96837" y="216918"/>
                    <a:pt x="96837" y="191940"/>
                  </a:cubicBezTo>
                  <a:cubicBezTo>
                    <a:pt x="96837" y="191940"/>
                    <a:pt x="96837" y="191940"/>
                    <a:pt x="96837" y="107802"/>
                  </a:cubicBezTo>
                  <a:cubicBezTo>
                    <a:pt x="96837" y="84138"/>
                    <a:pt x="120477" y="84138"/>
                    <a:pt x="120477" y="84138"/>
                  </a:cubicBezTo>
                  <a:close/>
                  <a:moveTo>
                    <a:pt x="23878" y="84138"/>
                  </a:moveTo>
                  <a:cubicBezTo>
                    <a:pt x="23878" y="84138"/>
                    <a:pt x="23878" y="84138"/>
                    <a:pt x="75613" y="84138"/>
                  </a:cubicBezTo>
                  <a:cubicBezTo>
                    <a:pt x="72960" y="90711"/>
                    <a:pt x="72960" y="95970"/>
                    <a:pt x="72960" y="95970"/>
                  </a:cubicBezTo>
                  <a:cubicBezTo>
                    <a:pt x="72960" y="95970"/>
                    <a:pt x="72960" y="95970"/>
                    <a:pt x="72960" y="216918"/>
                  </a:cubicBezTo>
                  <a:cubicBezTo>
                    <a:pt x="72960" y="240582"/>
                    <a:pt x="96838" y="240582"/>
                    <a:pt x="96838" y="240582"/>
                  </a:cubicBezTo>
                  <a:cubicBezTo>
                    <a:pt x="96838" y="240582"/>
                    <a:pt x="96838" y="240582"/>
                    <a:pt x="96838" y="336551"/>
                  </a:cubicBezTo>
                  <a:cubicBezTo>
                    <a:pt x="96838" y="336551"/>
                    <a:pt x="96838" y="336551"/>
                    <a:pt x="23878" y="336551"/>
                  </a:cubicBezTo>
                  <a:cubicBezTo>
                    <a:pt x="23878" y="336551"/>
                    <a:pt x="23878" y="336551"/>
                    <a:pt x="23878" y="216918"/>
                  </a:cubicBezTo>
                  <a:cubicBezTo>
                    <a:pt x="23878" y="216918"/>
                    <a:pt x="0" y="216918"/>
                    <a:pt x="0" y="191940"/>
                  </a:cubicBezTo>
                  <a:cubicBezTo>
                    <a:pt x="0" y="191940"/>
                    <a:pt x="0" y="191940"/>
                    <a:pt x="0" y="107802"/>
                  </a:cubicBezTo>
                  <a:cubicBezTo>
                    <a:pt x="0" y="84138"/>
                    <a:pt x="23878" y="84138"/>
                    <a:pt x="23878" y="84138"/>
                  </a:cubicBezTo>
                  <a:close/>
                  <a:moveTo>
                    <a:pt x="265257" y="0"/>
                  </a:moveTo>
                  <a:cubicBezTo>
                    <a:pt x="284740" y="0"/>
                    <a:pt x="301625" y="15586"/>
                    <a:pt x="301625" y="35069"/>
                  </a:cubicBezTo>
                  <a:cubicBezTo>
                    <a:pt x="301625" y="55851"/>
                    <a:pt x="284740" y="71438"/>
                    <a:pt x="265257" y="71438"/>
                  </a:cubicBezTo>
                  <a:cubicBezTo>
                    <a:pt x="258762" y="71438"/>
                    <a:pt x="253567" y="70139"/>
                    <a:pt x="248371" y="66242"/>
                  </a:cubicBezTo>
                  <a:cubicBezTo>
                    <a:pt x="248371" y="66242"/>
                    <a:pt x="247072" y="66242"/>
                    <a:pt x="245774" y="64944"/>
                  </a:cubicBezTo>
                  <a:cubicBezTo>
                    <a:pt x="236681" y="59748"/>
                    <a:pt x="230187" y="48058"/>
                    <a:pt x="230187" y="35069"/>
                  </a:cubicBezTo>
                  <a:cubicBezTo>
                    <a:pt x="230187" y="15586"/>
                    <a:pt x="245774" y="0"/>
                    <a:pt x="265257" y="0"/>
                  </a:cubicBezTo>
                  <a:close/>
                  <a:moveTo>
                    <a:pt x="169069" y="0"/>
                  </a:moveTo>
                  <a:cubicBezTo>
                    <a:pt x="188796" y="0"/>
                    <a:pt x="204788" y="15992"/>
                    <a:pt x="204788" y="35719"/>
                  </a:cubicBezTo>
                  <a:cubicBezTo>
                    <a:pt x="204788" y="55446"/>
                    <a:pt x="188796" y="71438"/>
                    <a:pt x="169069" y="71438"/>
                  </a:cubicBezTo>
                  <a:cubicBezTo>
                    <a:pt x="149342" y="71438"/>
                    <a:pt x="133350" y="55446"/>
                    <a:pt x="133350" y="35719"/>
                  </a:cubicBezTo>
                  <a:cubicBezTo>
                    <a:pt x="133350" y="15992"/>
                    <a:pt x="149342" y="0"/>
                    <a:pt x="169069" y="0"/>
                  </a:cubicBezTo>
                  <a:close/>
                  <a:moveTo>
                    <a:pt x="72880" y="0"/>
                  </a:moveTo>
                  <a:cubicBezTo>
                    <a:pt x="92363" y="0"/>
                    <a:pt x="107950" y="15586"/>
                    <a:pt x="107950" y="35069"/>
                  </a:cubicBezTo>
                  <a:cubicBezTo>
                    <a:pt x="107950" y="48058"/>
                    <a:pt x="101456" y="59748"/>
                    <a:pt x="92363" y="64944"/>
                  </a:cubicBezTo>
                  <a:cubicBezTo>
                    <a:pt x="91065" y="66242"/>
                    <a:pt x="89766" y="66242"/>
                    <a:pt x="89766" y="66242"/>
                  </a:cubicBezTo>
                  <a:cubicBezTo>
                    <a:pt x="84570" y="70139"/>
                    <a:pt x="79375" y="71438"/>
                    <a:pt x="72880" y="71438"/>
                  </a:cubicBezTo>
                  <a:cubicBezTo>
                    <a:pt x="53397" y="71438"/>
                    <a:pt x="36512" y="55851"/>
                    <a:pt x="36512" y="35069"/>
                  </a:cubicBezTo>
                  <a:cubicBezTo>
                    <a:pt x="36512" y="15586"/>
                    <a:pt x="53397" y="0"/>
                    <a:pt x="72880" y="0"/>
                  </a:cubicBezTo>
                  <a:close/>
                </a:path>
              </a:pathLst>
            </a:custGeom>
            <a:solidFill>
              <a:schemeClr val="tx2">
                <a:lumMod val="75000"/>
                <a:lumOff val="25000"/>
              </a:schemeClr>
            </a:solidFill>
            <a:ln w="12700">
              <a:miter lim="400000"/>
            </a:ln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sz="1400">
                <a:cs typeface="+mn-ea"/>
                <a:sym typeface="+mn-lt"/>
              </a:endParaRPr>
            </a:p>
          </p:txBody>
        </p:sp>
        <p:sp>
          <p:nvSpPr>
            <p:cNvPr id="83" name="文本框 29"/>
            <p:cNvSpPr txBox="1"/>
            <p:nvPr>
              <p:custDataLst>
                <p:tags r:id="rId14"/>
              </p:custDataLst>
            </p:nvPr>
          </p:nvSpPr>
          <p:spPr>
            <a:xfrm>
              <a:off x="4258590" y="1531976"/>
              <a:ext cx="1288134" cy="443711"/>
            </a:xfrm>
            <a:prstGeom prst="rect">
              <a:avLst/>
            </a:prstGeom>
            <a:noFill/>
          </p:spPr>
          <p:txBody>
            <a:bodyPr wrap="none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2800" b="1" dirty="0">
                  <a:solidFill>
                    <a:schemeClr val="bg2"/>
                  </a:solidFill>
                  <a:cs typeface="+mn-ea"/>
                  <a:sym typeface="+mn-lt"/>
                </a:rPr>
                <a:t>01</a:t>
              </a:r>
              <a:endParaRPr lang="en-US" sz="2800" b="1" dirty="0">
                <a:solidFill>
                  <a:schemeClr val="bg2"/>
                </a:solidFill>
                <a:cs typeface="+mn-ea"/>
                <a:sym typeface="+mn-lt"/>
              </a:endParaRPr>
            </a:p>
          </p:txBody>
        </p:sp>
        <p:sp>
          <p:nvSpPr>
            <p:cNvPr id="84" name="文本框 30"/>
            <p:cNvSpPr txBox="1"/>
            <p:nvPr>
              <p:custDataLst>
                <p:tags r:id="rId15"/>
              </p:custDataLst>
            </p:nvPr>
          </p:nvSpPr>
          <p:spPr>
            <a:xfrm>
              <a:off x="6645275" y="1560523"/>
              <a:ext cx="1288134" cy="443711"/>
            </a:xfrm>
            <a:prstGeom prst="rect">
              <a:avLst/>
            </a:prstGeom>
            <a:noFill/>
          </p:spPr>
          <p:txBody>
            <a:bodyPr wrap="none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/>
              <a:r>
                <a:rPr lang="en-US" sz="2800" b="1">
                  <a:solidFill>
                    <a:schemeClr val="bg2"/>
                  </a:solidFill>
                  <a:cs typeface="+mn-ea"/>
                  <a:sym typeface="+mn-lt"/>
                </a:rPr>
                <a:t>02</a:t>
              </a:r>
              <a:endParaRPr lang="en-US" sz="2800" b="1">
                <a:solidFill>
                  <a:schemeClr val="bg2"/>
                </a:solidFill>
                <a:cs typeface="+mn-ea"/>
                <a:sym typeface="+mn-lt"/>
              </a:endParaRPr>
            </a:p>
          </p:txBody>
        </p:sp>
        <p:sp>
          <p:nvSpPr>
            <p:cNvPr id="85" name="文本框 31"/>
            <p:cNvSpPr txBox="1"/>
            <p:nvPr>
              <p:custDataLst>
                <p:tags r:id="rId16"/>
              </p:custDataLst>
            </p:nvPr>
          </p:nvSpPr>
          <p:spPr>
            <a:xfrm>
              <a:off x="6741126" y="4631676"/>
              <a:ext cx="1288135" cy="443711"/>
            </a:xfrm>
            <a:prstGeom prst="rect">
              <a:avLst/>
            </a:prstGeom>
            <a:noFill/>
          </p:spPr>
          <p:txBody>
            <a:bodyPr wrap="none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/>
              <a:r>
                <a:rPr lang="en-US" sz="2800" b="1">
                  <a:solidFill>
                    <a:schemeClr val="bg2"/>
                  </a:solidFill>
                  <a:cs typeface="+mn-ea"/>
                  <a:sym typeface="+mn-lt"/>
                </a:rPr>
                <a:t>03</a:t>
              </a:r>
              <a:endParaRPr lang="en-US" sz="2800" b="1">
                <a:solidFill>
                  <a:schemeClr val="bg2"/>
                </a:solidFill>
                <a:cs typeface="+mn-ea"/>
                <a:sym typeface="+mn-lt"/>
              </a:endParaRPr>
            </a:p>
          </p:txBody>
        </p:sp>
        <p:sp>
          <p:nvSpPr>
            <p:cNvPr id="86" name="文本框 32"/>
            <p:cNvSpPr txBox="1"/>
            <p:nvPr>
              <p:custDataLst>
                <p:tags r:id="rId17"/>
              </p:custDataLst>
            </p:nvPr>
          </p:nvSpPr>
          <p:spPr>
            <a:xfrm>
              <a:off x="4258590" y="4579519"/>
              <a:ext cx="1288134" cy="443711"/>
            </a:xfrm>
            <a:prstGeom prst="rect">
              <a:avLst/>
            </a:prstGeom>
            <a:noFill/>
          </p:spPr>
          <p:txBody>
            <a:bodyPr wrap="none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2800" b="1">
                  <a:solidFill>
                    <a:schemeClr val="bg2"/>
                  </a:solidFill>
                  <a:cs typeface="+mn-ea"/>
                  <a:sym typeface="+mn-lt"/>
                </a:rPr>
                <a:t>04</a:t>
              </a:r>
              <a:endParaRPr lang="en-US" sz="2800" b="1">
                <a:solidFill>
                  <a:schemeClr val="bg2"/>
                </a:solidFill>
                <a:cs typeface="+mn-ea"/>
                <a:sym typeface="+mn-lt"/>
              </a:endParaRPr>
            </a:p>
          </p:txBody>
        </p:sp>
        <p:sp>
          <p:nvSpPr>
            <p:cNvPr id="87" name="文本框 34"/>
            <p:cNvSpPr txBox="1"/>
            <p:nvPr>
              <p:custDataLst>
                <p:tags r:id="rId18"/>
              </p:custDataLst>
            </p:nvPr>
          </p:nvSpPr>
          <p:spPr>
            <a:xfrm>
              <a:off x="4722812" y="3074855"/>
              <a:ext cx="2746376" cy="400110"/>
            </a:xfrm>
            <a:prstGeom prst="rect">
              <a:avLst/>
            </a:prstGeom>
            <a:noFill/>
          </p:spPr>
          <p:txBody>
            <a:bodyPr wrap="none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2400" b="1" dirty="0">
                  <a:solidFill>
                    <a:srgbClr val="005DA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技术实现</a:t>
              </a:r>
              <a:endParaRPr lang="zh-CN" altLang="en-US" sz="2400" b="1" dirty="0">
                <a:solidFill>
                  <a:srgbClr val="005DA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88" name="矩形 87"/>
            <p:cNvSpPr/>
            <p:nvPr>
              <p:custDataLst>
                <p:tags r:id="rId19"/>
              </p:custDataLst>
            </p:nvPr>
          </p:nvSpPr>
          <p:spPr>
            <a:xfrm>
              <a:off x="4722812" y="2055813"/>
              <a:ext cx="2746376" cy="2746375"/>
            </a:xfrm>
            <a:prstGeom prst="rect">
              <a:avLst/>
            </a:prstGeom>
            <a:noFill/>
            <a:ln w="28575"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sz="1400">
                <a:cs typeface="+mn-ea"/>
                <a:sym typeface="+mn-lt"/>
              </a:endParaRPr>
            </a:p>
          </p:txBody>
        </p:sp>
      </p:grpSp>
      <p:grpSp>
        <p:nvGrpSpPr>
          <p:cNvPr id="89" name="组合 88"/>
          <p:cNvGrpSpPr/>
          <p:nvPr/>
        </p:nvGrpSpPr>
        <p:grpSpPr>
          <a:xfrm>
            <a:off x="108393" y="2692358"/>
            <a:ext cx="7151632" cy="3678967"/>
            <a:chOff x="1851386" y="2032013"/>
            <a:chExt cx="8834369" cy="4242243"/>
          </a:xfrm>
        </p:grpSpPr>
        <p:grpSp>
          <p:nvGrpSpPr>
            <p:cNvPr id="90" name="组合 89"/>
            <p:cNvGrpSpPr/>
            <p:nvPr/>
          </p:nvGrpSpPr>
          <p:grpSpPr>
            <a:xfrm>
              <a:off x="7928951" y="2032013"/>
              <a:ext cx="2611307" cy="1662879"/>
              <a:chOff x="752305" y="2247368"/>
              <a:chExt cx="3415951" cy="1662879"/>
            </a:xfrm>
          </p:grpSpPr>
          <p:sp>
            <p:nvSpPr>
              <p:cNvPr id="102" name="文本框 55"/>
              <p:cNvSpPr txBox="1"/>
              <p:nvPr>
                <p:custDataLst>
                  <p:tags r:id="rId20"/>
                </p:custDataLst>
              </p:nvPr>
            </p:nvSpPr>
            <p:spPr>
              <a:xfrm>
                <a:off x="752305" y="2624463"/>
                <a:ext cx="3415951" cy="1285784"/>
              </a:xfrm>
              <a:prstGeom prst="rect">
                <a:avLst/>
              </a:prstGeom>
              <a:noFill/>
            </p:spPr>
            <p:txBody>
              <a:bodyPr wrap="square" lIns="0" tIns="0" rIns="0" bIns="0">
                <a:no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zh-CN" altLang="en-US" sz="1600" b="1" dirty="0">
                    <a:latin typeface="楷体" panose="02010609060101010101" charset="-122"/>
                    <a:ea typeface="楷体" panose="02010609060101010101" charset="-122"/>
                    <a:cs typeface="楷体" panose="02010609060101010101" charset="-122"/>
                    <a:sym typeface="+mn-ea"/>
                  </a:rPr>
                  <a:t>作为</a:t>
                </a:r>
                <a:r>
                  <a:rPr lang="zh-CN" altLang="en-US" sz="2000">
                    <a:solidFill>
                      <a:schemeClr val="accent5"/>
                    </a:solidFill>
                    <a:latin typeface="楷体" panose="02010609060101010101" charset="-122"/>
                    <a:ea typeface="楷体" panose="02010609060101010101" charset="-122"/>
                    <a:cs typeface="楷体" panose="02010609060101010101" charset="-122"/>
                    <a:sym typeface="+mn-ea"/>
                  </a:rPr>
                  <a:t>前端框架</a:t>
                </a:r>
                <a:r>
                  <a:rPr lang="zh-CN" altLang="en-US" sz="1600" b="1" dirty="0">
                    <a:latin typeface="楷体" panose="02010609060101010101" charset="-122"/>
                    <a:ea typeface="楷体" panose="02010609060101010101" charset="-122"/>
                    <a:cs typeface="楷体" panose="02010609060101010101" charset="-122"/>
                    <a:sym typeface="+mn-ea"/>
                  </a:rPr>
                  <a:t>保证了前端功能</a:t>
                </a:r>
                <a:r>
                  <a:rPr lang="zh-CN" altLang="en-US" sz="1600" b="1" dirty="0">
                    <a:latin typeface="楷体" panose="02010609060101010101" charset="-122"/>
                    <a:ea typeface="楷体" panose="02010609060101010101" charset="-122"/>
                    <a:cs typeface="楷体" panose="02010609060101010101" charset="-122"/>
                    <a:sym typeface="+mn-ea"/>
                  </a:rPr>
                  <a:t>实现</a:t>
                </a:r>
                <a:endParaRPr lang="zh-CN" altLang="en-US" sz="1600" b="1" dirty="0">
                  <a:latin typeface="楷体" panose="02010609060101010101" charset="-122"/>
                  <a:ea typeface="楷体" panose="02010609060101010101" charset="-122"/>
                  <a:cs typeface="楷体" panose="02010609060101010101" charset="-122"/>
                  <a:sym typeface="+mn-lt"/>
                </a:endParaRPr>
              </a:p>
            </p:txBody>
          </p:sp>
          <p:sp>
            <p:nvSpPr>
              <p:cNvPr id="103" name="矩形 102"/>
              <p:cNvSpPr/>
              <p:nvPr>
                <p:custDataLst>
                  <p:tags r:id="rId21"/>
                </p:custDataLst>
              </p:nvPr>
            </p:nvSpPr>
            <p:spPr>
              <a:xfrm>
                <a:off x="752305" y="2247368"/>
                <a:ext cx="1798787" cy="307534"/>
              </a:xfrm>
              <a:prstGeom prst="rect">
                <a:avLst/>
              </a:prstGeom>
            </p:spPr>
            <p:txBody>
              <a:bodyPr wrap="none" lIns="0" tIns="0" rIns="0" bIns="0">
                <a:normAutofit lnSpcReduction="10000"/>
              </a:bodyPr>
              <a:lstStyle/>
              <a:p>
                <a:pPr algn="r"/>
                <a:r>
                  <a:rPr lang="en-US" altLang="zh-CN" sz="1800" b="1" dirty="0">
                    <a:solidFill>
                      <a:srgbClr val="40404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+mn-ea"/>
                  </a:rPr>
                  <a:t>VUE</a:t>
                </a:r>
                <a:endParaRPr lang="zh-CN" altLang="en-US" sz="1600" b="1" dirty="0">
                  <a:solidFill>
                    <a:srgbClr val="005DA2"/>
                  </a:solidFill>
                  <a:cs typeface="+mn-ea"/>
                  <a:sym typeface="+mn-lt"/>
                </a:endParaRPr>
              </a:p>
            </p:txBody>
          </p:sp>
        </p:grpSp>
        <p:grpSp>
          <p:nvGrpSpPr>
            <p:cNvPr id="91" name="组合 90"/>
            <p:cNvGrpSpPr/>
            <p:nvPr/>
          </p:nvGrpSpPr>
          <p:grpSpPr>
            <a:xfrm>
              <a:off x="7638055" y="4314827"/>
              <a:ext cx="2934484" cy="1959429"/>
              <a:chOff x="371803" y="1810717"/>
              <a:chExt cx="3838708" cy="1959429"/>
            </a:xfrm>
          </p:grpSpPr>
          <p:sp>
            <p:nvSpPr>
              <p:cNvPr id="100" name="文本框 53"/>
              <p:cNvSpPr txBox="1"/>
              <p:nvPr>
                <p:custDataLst>
                  <p:tags r:id="rId22"/>
                </p:custDataLst>
              </p:nvPr>
            </p:nvSpPr>
            <p:spPr>
              <a:xfrm>
                <a:off x="371803" y="2083836"/>
                <a:ext cx="3838708" cy="1686310"/>
              </a:xfrm>
              <a:prstGeom prst="rect">
                <a:avLst/>
              </a:prstGeom>
              <a:noFill/>
            </p:spPr>
            <p:txBody>
              <a:bodyPr wrap="square" lIns="0" tIns="0" rIns="0" bIns="0">
                <a:noAutofit/>
              </a:bodyPr>
              <a:lstStyle/>
              <a:p>
                <a:pPr marL="285750" indent="0" algn="l" fontAlgn="auto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sz="1600" b="1" dirty="0">
                    <a:latin typeface="楷体" panose="02010609060101010101" charset="-122"/>
                    <a:ea typeface="楷体" panose="02010609060101010101" charset="-122"/>
                    <a:cs typeface="楷体" panose="02010609060101010101" charset="-122"/>
                    <a:sym typeface="+mn-ea"/>
                  </a:rPr>
                  <a:t>用于持久化连接与数据库的</a:t>
                </a:r>
                <a:r>
                  <a:rPr lang="zh-CN" altLang="en-US" sz="1600" b="1" dirty="0">
                    <a:latin typeface="楷体" panose="02010609060101010101" charset="-122"/>
                    <a:ea typeface="楷体" panose="02010609060101010101" charset="-122"/>
                    <a:cs typeface="楷体" panose="02010609060101010101" charset="-122"/>
                    <a:sym typeface="+mn-ea"/>
                  </a:rPr>
                  <a:t>查询</a:t>
                </a:r>
                <a:endParaRPr lang="zh-CN" altLang="en-US" sz="1600" b="1" dirty="0">
                  <a:latin typeface="楷体" panose="02010609060101010101" charset="-122"/>
                  <a:ea typeface="楷体" panose="02010609060101010101" charset="-122"/>
                  <a:cs typeface="楷体" panose="02010609060101010101" charset="-122"/>
                  <a:sym typeface="+mn-ea"/>
                </a:endParaRPr>
              </a:p>
              <a:p>
                <a:pPr marL="285750" indent="0" algn="l" fontAlgn="auto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:endParaRPr lang="zh-CN" altLang="en-US" sz="1600" b="1" dirty="0">
                  <a:latin typeface="楷体" panose="02010609060101010101" charset="-122"/>
                  <a:ea typeface="楷体" panose="02010609060101010101" charset="-122"/>
                  <a:cs typeface="楷体" panose="02010609060101010101" charset="-122"/>
                  <a:sym typeface="+mn-lt"/>
                </a:endParaRPr>
              </a:p>
            </p:txBody>
          </p:sp>
          <p:sp>
            <p:nvSpPr>
              <p:cNvPr id="101" name="矩形 100"/>
              <p:cNvSpPr/>
              <p:nvPr>
                <p:custDataLst>
                  <p:tags r:id="rId23"/>
                </p:custDataLst>
              </p:nvPr>
            </p:nvSpPr>
            <p:spPr>
              <a:xfrm>
                <a:off x="1408182" y="1810717"/>
                <a:ext cx="774719" cy="307534"/>
              </a:xfrm>
              <a:prstGeom prst="rect">
                <a:avLst/>
              </a:prstGeom>
            </p:spPr>
            <p:txBody>
              <a:bodyPr wrap="none" lIns="0" tIns="0" rIns="0" bIns="0">
                <a:normAutofit lnSpcReduction="10000"/>
              </a:bodyPr>
              <a:lstStyle/>
              <a:p>
                <a:pPr algn="r"/>
                <a:r>
                  <a:rPr lang="en-US" altLang="zh-CN" sz="1800" b="1" dirty="0">
                    <a:solidFill>
                      <a:srgbClr val="40404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+mn-ea"/>
                  </a:rPr>
                  <a:t>M</a:t>
                </a:r>
                <a:r>
                  <a:rPr lang="en-US" altLang="zh-CN" sz="1800" b="1" dirty="0">
                    <a:solidFill>
                      <a:srgbClr val="40404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+mn-ea"/>
                  </a:rPr>
                  <a:t>ybatis</a:t>
                </a:r>
                <a:endParaRPr lang="en-US" altLang="zh-CN" sz="1800" b="1" dirty="0">
                  <a:solidFill>
                    <a:srgbClr val="40404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endParaRPr>
              </a:p>
            </p:txBody>
          </p:sp>
        </p:grpSp>
        <p:cxnSp>
          <p:nvCxnSpPr>
            <p:cNvPr id="92" name="直接连接符 91"/>
            <p:cNvCxnSpPr/>
            <p:nvPr>
              <p:custDataLst>
                <p:tags r:id="rId24"/>
              </p:custDataLst>
            </p:nvPr>
          </p:nvCxnSpPr>
          <p:spPr>
            <a:xfrm>
              <a:off x="7989905" y="3802479"/>
              <a:ext cx="2695850" cy="0"/>
            </a:xfrm>
            <a:prstGeom prst="line">
              <a:avLst/>
            </a:prstGeom>
            <a:ln>
              <a:solidFill>
                <a:schemeClr val="tx1">
                  <a:lumMod val="20000"/>
                  <a:lumOff val="8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93" name="组合 92"/>
            <p:cNvGrpSpPr/>
            <p:nvPr/>
          </p:nvGrpSpPr>
          <p:grpSpPr>
            <a:xfrm>
              <a:off x="1852557" y="2032013"/>
              <a:ext cx="2540710" cy="2221565"/>
              <a:chOff x="2542021" y="2247368"/>
              <a:chExt cx="3323598" cy="2221565"/>
            </a:xfrm>
          </p:grpSpPr>
          <p:sp>
            <p:nvSpPr>
              <p:cNvPr id="98" name="文本框 47"/>
              <p:cNvSpPr txBox="1"/>
              <p:nvPr>
                <p:custDataLst>
                  <p:tags r:id="rId25"/>
                </p:custDataLst>
              </p:nvPr>
            </p:nvSpPr>
            <p:spPr>
              <a:xfrm>
                <a:off x="2542021" y="2624463"/>
                <a:ext cx="3323598" cy="1844470"/>
              </a:xfrm>
              <a:prstGeom prst="rect">
                <a:avLst/>
              </a:prstGeom>
              <a:noFill/>
            </p:spPr>
            <p:txBody>
              <a:bodyPr wrap="square" lIns="0" tIns="0" rIns="0" bIns="0">
                <a:no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zh-CN" altLang="en-US" sz="1600" b="1" dirty="0">
                    <a:latin typeface="楷体" panose="02010609060101010101" charset="-122"/>
                    <a:ea typeface="楷体" panose="02010609060101010101" charset="-122"/>
                    <a:cs typeface="楷体" panose="02010609060101010101" charset="-122"/>
                    <a:sym typeface="+mn-ea"/>
                  </a:rPr>
                  <a:t>作为</a:t>
                </a:r>
                <a:r>
                  <a:rPr lang="zh-CN" altLang="en-US" sz="2000">
                    <a:solidFill>
                      <a:schemeClr val="accent5"/>
                    </a:solidFill>
                    <a:latin typeface="楷体" panose="02010609060101010101" charset="-122"/>
                    <a:ea typeface="楷体" panose="02010609060101010101" charset="-122"/>
                    <a:cs typeface="楷体" panose="02010609060101010101" charset="-122"/>
                    <a:sym typeface="+mn-ea"/>
                  </a:rPr>
                  <a:t>后端框架</a:t>
                </a:r>
                <a:endParaRPr lang="zh-CN" altLang="en-US" sz="1600" b="1" dirty="0">
                  <a:latin typeface="楷体" panose="02010609060101010101" charset="-122"/>
                  <a:ea typeface="楷体" panose="02010609060101010101" charset="-122"/>
                  <a:cs typeface="楷体" panose="02010609060101010101" charset="-122"/>
                  <a:sym typeface="+mn-ea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zh-CN" altLang="en-US" sz="1600" b="1" dirty="0">
                    <a:latin typeface="楷体" panose="02010609060101010101" charset="-122"/>
                    <a:ea typeface="楷体" panose="02010609060101010101" charset="-122"/>
                    <a:cs typeface="楷体" panose="02010609060101010101" charset="-122"/>
                    <a:sym typeface="+mn-ea"/>
                  </a:rPr>
                  <a:t>提供了高度模块化和简化配置的特性，加速了开发过程</a:t>
                </a:r>
                <a:endParaRPr lang="zh-CN" altLang="en-US" sz="1600" b="1" dirty="0">
                  <a:latin typeface="楷体" panose="02010609060101010101" charset="-122"/>
                  <a:ea typeface="楷体" panose="02010609060101010101" charset="-122"/>
                  <a:cs typeface="楷体" panose="02010609060101010101" charset="-122"/>
                  <a:sym typeface="+mn-ea"/>
                </a:endParaRPr>
              </a:p>
            </p:txBody>
          </p:sp>
          <p:sp>
            <p:nvSpPr>
              <p:cNvPr id="99" name="矩形 98"/>
              <p:cNvSpPr/>
              <p:nvPr>
                <p:custDataLst>
                  <p:tags r:id="rId26"/>
                </p:custDataLst>
              </p:nvPr>
            </p:nvSpPr>
            <p:spPr>
              <a:xfrm>
                <a:off x="4228575" y="2247368"/>
                <a:ext cx="1155470" cy="307777"/>
              </a:xfrm>
              <a:prstGeom prst="rect">
                <a:avLst/>
              </a:prstGeom>
            </p:spPr>
            <p:txBody>
              <a:bodyPr wrap="none" lIns="0" tIns="0" rIns="0" bIns="0">
                <a:noAutofit/>
              </a:bodyPr>
              <a:lstStyle/>
              <a:p>
                <a:r>
                  <a:rPr lang="en-US" altLang="zh-CN" b="1" dirty="0">
                    <a:solidFill>
                      <a:srgbClr val="40404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+mn-lt"/>
                  </a:rPr>
                  <a:t>SpringBoot</a:t>
                </a:r>
                <a:endParaRPr lang="en-US" altLang="zh-CN" b="1" dirty="0">
                  <a:solidFill>
                    <a:srgbClr val="40404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+mn-lt"/>
                </a:endParaRPr>
              </a:p>
            </p:txBody>
          </p:sp>
        </p:grpSp>
        <p:grpSp>
          <p:nvGrpSpPr>
            <p:cNvPr id="94" name="组合 93"/>
            <p:cNvGrpSpPr/>
            <p:nvPr/>
          </p:nvGrpSpPr>
          <p:grpSpPr>
            <a:xfrm>
              <a:off x="1885418" y="4328253"/>
              <a:ext cx="2567478" cy="1589656"/>
              <a:chOff x="2584926" y="1824143"/>
              <a:chExt cx="3358615" cy="1589656"/>
            </a:xfrm>
          </p:grpSpPr>
          <p:sp>
            <p:nvSpPr>
              <p:cNvPr id="96" name="文本框 95"/>
              <p:cNvSpPr txBox="1"/>
              <p:nvPr>
                <p:custDataLst>
                  <p:tags r:id="rId27"/>
                </p:custDataLst>
              </p:nvPr>
            </p:nvSpPr>
            <p:spPr>
              <a:xfrm>
                <a:off x="2584926" y="2132409"/>
                <a:ext cx="3206621" cy="1281390"/>
              </a:xfrm>
              <a:prstGeom prst="rect">
                <a:avLst/>
              </a:prstGeom>
              <a:noFill/>
            </p:spPr>
            <p:txBody>
              <a:bodyPr wrap="square" lIns="0" tIns="0" rIns="0" bIns="0">
                <a:noAutofit/>
              </a:bodyPr>
              <a:lstStyle/>
              <a:p>
                <a:pPr marL="285750" indent="-285750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sz="1600" b="1" dirty="0">
                    <a:latin typeface="楷体" panose="02010609060101010101" charset="-122"/>
                    <a:ea typeface="楷体" panose="02010609060101010101" charset="-122"/>
                    <a:cs typeface="楷体" panose="02010609060101010101" charset="-122"/>
                    <a:sym typeface="+mn-ea"/>
                  </a:rPr>
                  <a:t>作为</a:t>
                </a:r>
                <a:r>
                  <a:rPr lang="zh-CN" altLang="en-US" sz="2000">
                    <a:solidFill>
                      <a:schemeClr val="accent5"/>
                    </a:solidFill>
                    <a:latin typeface="楷体" panose="02010609060101010101" charset="-122"/>
                    <a:ea typeface="楷体" panose="02010609060101010101" charset="-122"/>
                    <a:cs typeface="楷体" panose="02010609060101010101" charset="-122"/>
                    <a:sym typeface="+mn-ea"/>
                  </a:rPr>
                  <a:t>数据库</a:t>
                </a:r>
                <a:endParaRPr lang="zh-CN" altLang="en-US" sz="1600" b="1" dirty="0">
                  <a:latin typeface="楷体" panose="02010609060101010101" charset="-122"/>
                  <a:ea typeface="楷体" panose="02010609060101010101" charset="-122"/>
                  <a:cs typeface="楷体" panose="02010609060101010101" charset="-122"/>
                  <a:sym typeface="+mn-ea"/>
                </a:endParaRPr>
              </a:p>
              <a:p>
                <a:pPr marL="285750" indent="-285750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sz="1600" b="1" dirty="0">
                    <a:latin typeface="楷体" panose="02010609060101010101" charset="-122"/>
                    <a:ea typeface="楷体" panose="02010609060101010101" charset="-122"/>
                    <a:cs typeface="楷体" panose="02010609060101010101" charset="-122"/>
                    <a:sym typeface="+mn-lt"/>
                  </a:rPr>
                  <a:t>存储数据结构和</a:t>
                </a:r>
                <a:r>
                  <a:rPr lang="zh-CN" altLang="en-US" sz="1600" b="1" dirty="0">
                    <a:latin typeface="楷体" panose="02010609060101010101" charset="-122"/>
                    <a:ea typeface="楷体" panose="02010609060101010101" charset="-122"/>
                    <a:cs typeface="楷体" panose="02010609060101010101" charset="-122"/>
                    <a:sym typeface="+mn-lt"/>
                  </a:rPr>
                  <a:t>数据</a:t>
                </a:r>
                <a:endParaRPr lang="zh-CN" altLang="en-US" sz="1600" b="1" dirty="0">
                  <a:latin typeface="楷体" panose="02010609060101010101" charset="-122"/>
                  <a:ea typeface="楷体" panose="02010609060101010101" charset="-122"/>
                  <a:cs typeface="楷体" panose="02010609060101010101" charset="-122"/>
                  <a:sym typeface="+mn-lt"/>
                </a:endParaRPr>
              </a:p>
            </p:txBody>
          </p:sp>
          <p:sp>
            <p:nvSpPr>
              <p:cNvPr id="97" name="矩形 96"/>
              <p:cNvSpPr/>
              <p:nvPr>
                <p:custDataLst>
                  <p:tags r:id="rId28"/>
                </p:custDataLst>
              </p:nvPr>
            </p:nvSpPr>
            <p:spPr>
              <a:xfrm>
                <a:off x="4495393" y="1824143"/>
                <a:ext cx="1448148" cy="307777"/>
              </a:xfrm>
              <a:prstGeom prst="rect">
                <a:avLst/>
              </a:prstGeom>
            </p:spPr>
            <p:txBody>
              <a:bodyPr wrap="none" lIns="0" tIns="0" rIns="0" bIns="0">
                <a:normAutofit lnSpcReduction="10000"/>
              </a:bodyPr>
              <a:lstStyle/>
              <a:p>
                <a:pPr algn="l"/>
                <a:r>
                  <a:rPr lang="en-US" altLang="zh-CN" sz="1800" b="1" dirty="0">
                    <a:solidFill>
                      <a:srgbClr val="40404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+mn-ea"/>
                  </a:rPr>
                  <a:t>MYSQL</a:t>
                </a:r>
                <a:endParaRPr lang="en-US" altLang="zh-CN" sz="1800" b="1" dirty="0">
                  <a:solidFill>
                    <a:srgbClr val="40404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+mn-lt"/>
                </a:endParaRPr>
              </a:p>
            </p:txBody>
          </p:sp>
        </p:grpSp>
        <p:cxnSp>
          <p:nvCxnSpPr>
            <p:cNvPr id="95" name="直接连接符 94"/>
            <p:cNvCxnSpPr/>
            <p:nvPr>
              <p:custDataLst>
                <p:tags r:id="rId29"/>
              </p:custDataLst>
            </p:nvPr>
          </p:nvCxnSpPr>
          <p:spPr>
            <a:xfrm>
              <a:off x="1851386" y="3802479"/>
              <a:ext cx="2695850" cy="0"/>
            </a:xfrm>
            <a:prstGeom prst="line">
              <a:avLst/>
            </a:prstGeom>
            <a:ln>
              <a:solidFill>
                <a:schemeClr val="tx1">
                  <a:lumMod val="20000"/>
                  <a:lumOff val="8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04" name="图片 9" descr="第5页-5"/>
          <p:cNvPicPr>
            <a:picLocks noChangeAspect="1"/>
          </p:cNvPicPr>
          <p:nvPr>
            <p:custDataLst>
              <p:tags r:id="rId30"/>
            </p:custDataLst>
          </p:nvPr>
        </p:nvPicPr>
        <p:blipFill>
          <a:blip r:embed="rId31"/>
          <a:stretch>
            <a:fillRect/>
          </a:stretch>
        </p:blipFill>
        <p:spPr>
          <a:xfrm>
            <a:off x="7432312" y="1633454"/>
            <a:ext cx="4469765" cy="2857261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</a:effectLst>
        </p:spPr>
      </p:pic>
      <p:pic>
        <p:nvPicPr>
          <p:cNvPr id="105" name="图片 9" descr="第5页-5"/>
          <p:cNvPicPr>
            <a:picLocks noChangeAspect="1"/>
          </p:cNvPicPr>
          <p:nvPr>
            <p:custDataLst>
              <p:tags r:id="rId32"/>
            </p:custDataLst>
          </p:nvPr>
        </p:nvPicPr>
        <p:blipFill>
          <a:blip r:embed="rId31"/>
          <a:stretch>
            <a:fillRect/>
          </a:stretch>
        </p:blipFill>
        <p:spPr>
          <a:xfrm>
            <a:off x="7496834" y="1700761"/>
            <a:ext cx="4469765" cy="2778520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grpSp>
        <p:nvGrpSpPr>
          <p:cNvPr id="106" name="组合 105"/>
          <p:cNvGrpSpPr/>
          <p:nvPr/>
        </p:nvGrpSpPr>
        <p:grpSpPr>
          <a:xfrm>
            <a:off x="108585" y="1447800"/>
            <a:ext cx="7985125" cy="2078355"/>
            <a:chOff x="4675642" y="2240305"/>
            <a:chExt cx="7211557" cy="1457600"/>
          </a:xfrm>
        </p:grpSpPr>
        <p:sp>
          <p:nvSpPr>
            <p:cNvPr id="107" name="任意多边形 58"/>
            <p:cNvSpPr/>
            <p:nvPr>
              <p:custDataLst>
                <p:tags r:id="rId33"/>
              </p:custDataLst>
            </p:nvPr>
          </p:nvSpPr>
          <p:spPr>
            <a:xfrm>
              <a:off x="4675642" y="2240305"/>
              <a:ext cx="6351905" cy="526393"/>
            </a:xfrm>
            <a:custGeom>
              <a:avLst/>
              <a:gdLst>
                <a:gd name="connsiteX0" fmla="*/ 0 w 7211557"/>
                <a:gd name="connsiteY0" fmla="*/ 69370 h 416212"/>
                <a:gd name="connsiteX1" fmla="*/ 69370 w 7211557"/>
                <a:gd name="connsiteY1" fmla="*/ 0 h 416212"/>
                <a:gd name="connsiteX2" fmla="*/ 7142187 w 7211557"/>
                <a:gd name="connsiteY2" fmla="*/ 0 h 416212"/>
                <a:gd name="connsiteX3" fmla="*/ 7211557 w 7211557"/>
                <a:gd name="connsiteY3" fmla="*/ 69370 h 416212"/>
                <a:gd name="connsiteX4" fmla="*/ 7211557 w 7211557"/>
                <a:gd name="connsiteY4" fmla="*/ 346842 h 416212"/>
                <a:gd name="connsiteX5" fmla="*/ 7142187 w 7211557"/>
                <a:gd name="connsiteY5" fmla="*/ 416212 h 416212"/>
                <a:gd name="connsiteX6" fmla="*/ 69370 w 7211557"/>
                <a:gd name="connsiteY6" fmla="*/ 416212 h 416212"/>
                <a:gd name="connsiteX7" fmla="*/ 0 w 7211557"/>
                <a:gd name="connsiteY7" fmla="*/ 346842 h 416212"/>
                <a:gd name="connsiteX8" fmla="*/ 0 w 7211557"/>
                <a:gd name="connsiteY8" fmla="*/ 69370 h 4162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211557" h="416212">
                  <a:moveTo>
                    <a:pt x="0" y="69370"/>
                  </a:moveTo>
                  <a:cubicBezTo>
                    <a:pt x="0" y="31058"/>
                    <a:pt x="31058" y="0"/>
                    <a:pt x="69370" y="0"/>
                  </a:cubicBezTo>
                  <a:lnTo>
                    <a:pt x="7142187" y="0"/>
                  </a:lnTo>
                  <a:cubicBezTo>
                    <a:pt x="7180499" y="0"/>
                    <a:pt x="7211557" y="31058"/>
                    <a:pt x="7211557" y="69370"/>
                  </a:cubicBezTo>
                  <a:lnTo>
                    <a:pt x="7211557" y="346842"/>
                  </a:lnTo>
                  <a:cubicBezTo>
                    <a:pt x="7211557" y="385154"/>
                    <a:pt x="7180499" y="416212"/>
                    <a:pt x="7142187" y="416212"/>
                  </a:cubicBezTo>
                  <a:lnTo>
                    <a:pt x="69370" y="416212"/>
                  </a:lnTo>
                  <a:cubicBezTo>
                    <a:pt x="31058" y="416212"/>
                    <a:pt x="0" y="385154"/>
                    <a:pt x="0" y="346842"/>
                  </a:cubicBezTo>
                  <a:lnTo>
                    <a:pt x="0" y="69370"/>
                  </a:lnTo>
                  <a:close/>
                </a:path>
              </a:pathLst>
            </a:custGeom>
            <a:solidFill>
              <a:srgbClr val="005DA2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96518" tIns="96518" rIns="96518" bIns="96518" numCol="1" spcCol="1270" anchor="ctr" anchorCtr="0">
              <a:noAutofit/>
            </a:bodyPr>
            <a:lstStyle/>
            <a:p>
              <a:pPr lvl="0" algn="ctr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zh-CN" altLang="en-US" b="1" dirty="0"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本平台采用了Spring Boot、MYSQL、</a:t>
              </a:r>
              <a:r>
                <a:rPr lang="en-US" altLang="zh-CN" b="1" dirty="0"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VUE</a:t>
              </a:r>
              <a:r>
                <a:rPr lang="zh-CN" altLang="en-US" b="1" dirty="0"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等多种技术和工具</a:t>
              </a:r>
              <a:endParaRPr lang="zh-CN" altLang="en-US" b="1" dirty="0">
                <a:cs typeface="+mn-ea"/>
                <a:sym typeface="+mn-lt"/>
              </a:endParaRPr>
            </a:p>
          </p:txBody>
        </p:sp>
        <p:sp>
          <p:nvSpPr>
            <p:cNvPr id="108" name="任意多边形 59"/>
            <p:cNvSpPr/>
            <p:nvPr>
              <p:custDataLst>
                <p:tags r:id="rId34"/>
              </p:custDataLst>
            </p:nvPr>
          </p:nvSpPr>
          <p:spPr>
            <a:xfrm>
              <a:off x="4675642" y="2638065"/>
              <a:ext cx="7211557" cy="1059840"/>
            </a:xfrm>
            <a:custGeom>
              <a:avLst/>
              <a:gdLst>
                <a:gd name="connsiteX0" fmla="*/ 0 w 7211557"/>
                <a:gd name="connsiteY0" fmla="*/ 0 h 1059840"/>
                <a:gd name="connsiteX1" fmla="*/ 7211557 w 7211557"/>
                <a:gd name="connsiteY1" fmla="*/ 0 h 1059840"/>
                <a:gd name="connsiteX2" fmla="*/ 7211557 w 7211557"/>
                <a:gd name="connsiteY2" fmla="*/ 1059840 h 1059840"/>
                <a:gd name="connsiteX3" fmla="*/ 0 w 7211557"/>
                <a:gd name="connsiteY3" fmla="*/ 1059840 h 1059840"/>
                <a:gd name="connsiteX4" fmla="*/ 0 w 7211557"/>
                <a:gd name="connsiteY4" fmla="*/ 0 h 10598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211557" h="1059840">
                  <a:moveTo>
                    <a:pt x="0" y="0"/>
                  </a:moveTo>
                  <a:lnTo>
                    <a:pt x="7211557" y="0"/>
                  </a:lnTo>
                  <a:lnTo>
                    <a:pt x="7211557" y="1059840"/>
                  </a:lnTo>
                  <a:lnTo>
                    <a:pt x="0" y="1059840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228967" tIns="20320" rIns="113792" bIns="20320" numCol="1" spcCol="1270" anchor="t" anchorCtr="0">
              <a:noAutofit/>
            </a:bodyPr>
            <a:lstStyle/>
            <a:p>
              <a:pPr marL="0" lvl="1" indent="0" defTabSz="711200">
                <a:lnSpc>
                  <a:spcPct val="150000"/>
                </a:lnSpc>
                <a:spcBef>
                  <a:spcPct val="0"/>
                </a:spcBef>
                <a:spcAft>
                  <a:spcPct val="20000"/>
                </a:spcAft>
                <a:buNone/>
              </a:pPr>
              <a:endParaRPr lang="zh-CN" altLang="en-US" sz="1600" dirty="0">
                <a:cs typeface="+mn-ea"/>
                <a:sym typeface="+mn-lt"/>
              </a:endParaRPr>
            </a:p>
          </p:txBody>
        </p:sp>
      </p:grpSp>
      <p:sp>
        <p:nvSpPr>
          <p:cNvPr id="109" name="矩形 108"/>
          <p:cNvSpPr/>
          <p:nvPr/>
        </p:nvSpPr>
        <p:spPr>
          <a:xfrm rot="5400000">
            <a:off x="-143627" y="436925"/>
            <a:ext cx="842778" cy="5555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Source Han Sans SC" panose="020B0500000000000000" pitchFamily="34" charset="-122"/>
              <a:ea typeface="Source Han Sans SC" panose="020B0500000000000000" pitchFamily="34" charset="-122"/>
              <a:sym typeface="Source Han Sans SC" panose="020B0500000000000000" pitchFamily="34" charset="-122"/>
            </a:endParaRPr>
          </a:p>
        </p:txBody>
      </p:sp>
      <p:sp>
        <p:nvSpPr>
          <p:cNvPr id="110" name="文本框 109"/>
          <p:cNvSpPr txBox="1"/>
          <p:nvPr/>
        </p:nvSpPr>
        <p:spPr>
          <a:xfrm>
            <a:off x="645160" y="293370"/>
            <a:ext cx="489839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000000">
                    <a:lumMod val="75000"/>
                    <a:lumOff val="25000"/>
                  </a:srgbClr>
                </a:solidFill>
                <a:latin typeface="楷体" panose="02010609060101010101" charset="-122"/>
                <a:ea typeface="楷体" panose="02010609060101010101" charset="-122"/>
                <a:sym typeface="Source Han Sans SC" panose="020B0500000000000000" pitchFamily="34" charset="-122"/>
              </a:rPr>
              <a:t>技术路线</a:t>
            </a:r>
            <a:endParaRPr lang="zh-CN" altLang="en-US" sz="3600" b="1" dirty="0">
              <a:solidFill>
                <a:srgbClr val="000000">
                  <a:lumMod val="75000"/>
                  <a:lumOff val="25000"/>
                </a:srgbClr>
              </a:solidFill>
              <a:latin typeface="Source Han Sans SC" panose="020B0500000000000000" pitchFamily="34" charset="-122"/>
              <a:ea typeface="Source Han Sans SC" panose="020B0500000000000000" pitchFamily="34" charset="-122"/>
              <a:sym typeface="Source Han Sans SC" panose="020B0500000000000000" pitchFamily="34" charset="-122"/>
            </a:endParaRPr>
          </a:p>
        </p:txBody>
      </p:sp>
      <p:sp>
        <p:nvSpPr>
          <p:cNvPr id="111" name="文本框 110"/>
          <p:cNvSpPr txBox="1"/>
          <p:nvPr/>
        </p:nvSpPr>
        <p:spPr>
          <a:xfrm>
            <a:off x="682200" y="697651"/>
            <a:ext cx="4395470" cy="29273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20000"/>
              </a:lnSpc>
              <a:buClrTx/>
              <a:buSzTx/>
              <a:buFontTx/>
              <a:defRPr/>
            </a:pPr>
            <a:r>
              <a:rPr lang="en-US" altLang="zh-CN" dirty="0">
                <a:solidFill>
                  <a:srgbClr val="000000">
                    <a:lumMod val="75000"/>
                    <a:lumOff val="25000"/>
                  </a:srgbClr>
                </a:solidFill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  <a:sym typeface="+mn-lt"/>
              </a:rPr>
              <a:t>Technical route</a:t>
            </a:r>
            <a:endParaRPr lang="en-US" altLang="zh-CN" dirty="0">
              <a:solidFill>
                <a:srgbClr val="000000">
                  <a:lumMod val="75000"/>
                  <a:lumOff val="25000"/>
                </a:srgbClr>
              </a:solidFill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  <a:sym typeface="+mn-lt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AD2218-D929-41A1-9A96-21586A0BD13D}" type="slidenum">
              <a:rPr lang="zh-CN" altLang="en-US" smtClean="0"/>
            </a:fld>
            <a:endParaRPr lang="zh-CN" altLang="en-US" dirty="0"/>
          </a:p>
        </p:txBody>
      </p:sp>
      <p:sp>
        <p:nvSpPr>
          <p:cNvPr id="3" name="灯片编号占位符 1"/>
          <p:cNvSpPr txBox="1"/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6AD2218-D929-41A1-9A96-21586A0BD13D}" type="slidenum">
              <a:rPr lang="zh-CN" altLang="en-US" smtClean="0"/>
            </a:fld>
            <a:endParaRPr lang="zh-CN" altLang="en-US"/>
          </a:p>
        </p:txBody>
      </p:sp>
      <p:sp>
        <p:nvSpPr>
          <p:cNvPr id="4" name="灯片编号占位符 1"/>
          <p:cNvSpPr txBox="1"/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6AD2218-D929-41A1-9A96-21586A0BD13D}" type="slidenum">
              <a:rPr lang="zh-CN" altLang="en-US" smtClean="0"/>
            </a:fld>
            <a:endParaRPr lang="zh-CN" altLang="en-US"/>
          </a:p>
        </p:txBody>
      </p:sp>
      <p:sp>
        <p:nvSpPr>
          <p:cNvPr id="5" name="灯片编号占位符 1"/>
          <p:cNvSpPr txBox="1"/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6AD2218-D929-41A1-9A96-21586A0BD13D}" type="slidenum">
              <a:rPr lang="zh-CN" altLang="en-US" smtClean="0"/>
            </a:fld>
            <a:endParaRPr lang="zh-CN" altLang="en-US"/>
          </a:p>
        </p:txBody>
      </p:sp>
      <p:sp>
        <p:nvSpPr>
          <p:cNvPr id="6" name="灯片编号占位符 1"/>
          <p:cNvSpPr txBox="1"/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6AD2218-D929-41A1-9A96-21586A0BD13D}" type="slidenum">
              <a:rPr lang="zh-CN" altLang="en-US" smtClean="0"/>
            </a:fld>
            <a:endParaRPr lang="zh-CN" altLang="en-US"/>
          </a:p>
        </p:txBody>
      </p:sp>
      <p:sp>
        <p:nvSpPr>
          <p:cNvPr id="7" name="灯片编号占位符 1"/>
          <p:cNvSpPr txBox="1"/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6AD2218-D929-41A1-9A96-21586A0BD13D}" type="slidenum">
              <a:rPr lang="zh-CN" altLang="en-US" smtClean="0"/>
            </a:fld>
            <a:endParaRPr lang="zh-CN" altLang="en-US"/>
          </a:p>
        </p:txBody>
      </p:sp>
      <p:sp>
        <p:nvSpPr>
          <p:cNvPr id="8" name="灯片编号占位符 1"/>
          <p:cNvSpPr txBox="1"/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6AD2218-D929-41A1-9A96-21586A0BD13D}" type="slidenum">
              <a:rPr lang="zh-CN" altLang="en-US" smtClean="0"/>
            </a:fld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 rot="5400000">
            <a:off x="5993293" y="659296"/>
            <a:ext cx="205410" cy="121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Source Han Sans SC" panose="020B0500000000000000" pitchFamily="34" charset="-122"/>
              <a:ea typeface="Source Han Sans SC" panose="020B0500000000000000" pitchFamily="34" charset="-122"/>
              <a:sym typeface="Source Han Sans SC" panose="020B0500000000000000" pitchFamily="34" charset="-122"/>
            </a:endParaRPr>
          </a:p>
        </p:txBody>
      </p:sp>
      <p:sp>
        <p:nvSpPr>
          <p:cNvPr id="10" name="Freeform 56"/>
          <p:cNvSpPr/>
          <p:nvPr/>
        </p:nvSpPr>
        <p:spPr bwMode="auto">
          <a:xfrm>
            <a:off x="10621765" y="-9413"/>
            <a:ext cx="1568647" cy="1131310"/>
          </a:xfrm>
          <a:custGeom>
            <a:avLst/>
            <a:gdLst>
              <a:gd name="T0" fmla="*/ 279 w 1633"/>
              <a:gd name="T1" fmla="*/ 305 h 1179"/>
              <a:gd name="T2" fmla="*/ 1633 w 1633"/>
              <a:gd name="T3" fmla="*/ 1179 h 1179"/>
              <a:gd name="T4" fmla="*/ 1633 w 1633"/>
              <a:gd name="T5" fmla="*/ 0 h 1179"/>
              <a:gd name="T6" fmla="*/ 0 w 1633"/>
              <a:gd name="T7" fmla="*/ 0 h 1179"/>
              <a:gd name="T8" fmla="*/ 279 w 1633"/>
              <a:gd name="T9" fmla="*/ 305 h 117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633" h="1179">
                <a:moveTo>
                  <a:pt x="279" y="305"/>
                </a:moveTo>
                <a:cubicBezTo>
                  <a:pt x="686" y="520"/>
                  <a:pt x="1288" y="562"/>
                  <a:pt x="1633" y="1179"/>
                </a:cubicBezTo>
                <a:cubicBezTo>
                  <a:pt x="1633" y="0"/>
                  <a:pt x="1633" y="0"/>
                  <a:pt x="1633" y="0"/>
                </a:cubicBezTo>
                <a:cubicBezTo>
                  <a:pt x="0" y="0"/>
                  <a:pt x="0" y="0"/>
                  <a:pt x="0" y="0"/>
                </a:cubicBezTo>
                <a:cubicBezTo>
                  <a:pt x="22" y="97"/>
                  <a:pt x="95" y="207"/>
                  <a:pt x="279" y="305"/>
                </a:cubicBezTo>
                <a:close/>
              </a:path>
            </a:pathLst>
          </a:custGeom>
          <a:solidFill>
            <a:srgbClr val="002060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latin typeface="Source Han Sans SC" panose="020B0500000000000000" pitchFamily="34" charset="-122"/>
              <a:ea typeface="Source Han Sans SC" panose="020B0500000000000000" pitchFamily="34" charset="-122"/>
              <a:sym typeface="Source Han Sans SC" panose="020B0500000000000000" pitchFamily="34" charset="-122"/>
            </a:endParaRPr>
          </a:p>
        </p:txBody>
      </p:sp>
      <p:sp>
        <p:nvSpPr>
          <p:cNvPr id="12" name="灯片编号占位符 1"/>
          <p:cNvSpPr txBox="1"/>
          <p:nvPr/>
        </p:nvSpPr>
        <p:spPr>
          <a:xfrm>
            <a:off x="8731250" y="6371590"/>
            <a:ext cx="2622550" cy="34988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6AD2218-D929-41A1-9A96-21586A0BD13D}" type="slidenum">
              <a:rPr lang="zh-CN" altLang="en-US" smtClean="0"/>
            </a:fld>
            <a:endParaRPr lang="zh-CN" altLang="en-US"/>
          </a:p>
        </p:txBody>
      </p:sp>
      <p:sp>
        <p:nvSpPr>
          <p:cNvPr id="13" name="Title 1"/>
          <p:cNvSpPr txBox="1"/>
          <p:nvPr>
            <p:custDataLst>
              <p:tags r:id="rId1"/>
            </p:custDataLst>
          </p:nvPr>
        </p:nvSpPr>
        <p:spPr>
          <a:xfrm>
            <a:off x="857880" y="123478"/>
            <a:ext cx="3232906" cy="379477"/>
          </a:xfrm>
          <a:prstGeom prst="rect">
            <a:avLst/>
          </a:prstGeom>
        </p:spPr>
        <p:txBody>
          <a:bodyPr lIns="0" rIns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1800" b="1" dirty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第五章   事故发生的主要原因</a:t>
            </a:r>
            <a:endParaRPr lang="zh-CN" altLang="en-US" sz="1800" b="1" dirty="0">
              <a:solidFill>
                <a:schemeClr val="bg1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4" name="矩形 13"/>
          <p:cNvSpPr/>
          <p:nvPr/>
        </p:nvSpPr>
        <p:spPr>
          <a:xfrm rot="5400000">
            <a:off x="-143627" y="436925"/>
            <a:ext cx="842778" cy="5555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Source Han Sans SC" panose="020B0500000000000000" pitchFamily="34" charset="-122"/>
              <a:ea typeface="Source Han Sans SC" panose="020B0500000000000000" pitchFamily="34" charset="-122"/>
              <a:sym typeface="Source Han Sans SC" panose="020B0500000000000000" pitchFamily="3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645160" y="293370"/>
            <a:ext cx="32329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000000">
                    <a:lumMod val="75000"/>
                    <a:lumOff val="25000"/>
                  </a:srgbClr>
                </a:solidFill>
                <a:latin typeface="楷体" panose="02010609060101010101" charset="-122"/>
                <a:ea typeface="楷体" panose="02010609060101010101" charset="-122"/>
                <a:sym typeface="Source Han Sans SC" panose="020B0500000000000000" pitchFamily="34" charset="-122"/>
              </a:rPr>
              <a:t>系统实现</a:t>
            </a:r>
            <a:endParaRPr lang="zh-CN" altLang="en-US" sz="3600" b="1" dirty="0">
              <a:solidFill>
                <a:srgbClr val="000000">
                  <a:lumMod val="75000"/>
                  <a:lumOff val="25000"/>
                </a:srgbClr>
              </a:solidFill>
              <a:latin typeface="Source Han Sans SC" panose="020B0500000000000000" pitchFamily="34" charset="-122"/>
              <a:ea typeface="Source Han Sans SC" panose="020B0500000000000000" pitchFamily="34" charset="-122"/>
              <a:sym typeface="Source Han Sans SC" panose="020B0500000000000000" pitchFamily="34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682200" y="697651"/>
            <a:ext cx="4395470" cy="29273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20000"/>
              </a:lnSpc>
              <a:buClrTx/>
              <a:buSzTx/>
              <a:buFontTx/>
              <a:defRPr/>
            </a:pPr>
            <a:r>
              <a:rPr lang="en-US" altLang="zh-CN" dirty="0">
                <a:solidFill>
                  <a:srgbClr val="000000">
                    <a:lumMod val="75000"/>
                    <a:lumOff val="25000"/>
                  </a:srgbClr>
                </a:solidFill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  <a:sym typeface="+mn-lt"/>
              </a:rPr>
              <a:t>System implementation</a:t>
            </a:r>
            <a:endParaRPr lang="en-US" altLang="zh-CN" dirty="0">
              <a:solidFill>
                <a:srgbClr val="000000">
                  <a:lumMod val="75000"/>
                  <a:lumOff val="25000"/>
                </a:srgbClr>
              </a:solidFill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  <a:sym typeface="+mn-lt"/>
            </a:endParaRPr>
          </a:p>
        </p:txBody>
      </p:sp>
      <p:sp>
        <p:nvSpPr>
          <p:cNvPr id="21" name="Freeform 52"/>
          <p:cNvSpPr/>
          <p:nvPr/>
        </p:nvSpPr>
        <p:spPr bwMode="auto">
          <a:xfrm>
            <a:off x="645160" y="4744611"/>
            <a:ext cx="5389245" cy="468256"/>
          </a:xfrm>
          <a:custGeom>
            <a:avLst/>
            <a:gdLst>
              <a:gd name="T0" fmla="*/ 0 w 5311"/>
              <a:gd name="T1" fmla="*/ 4320 h 4320"/>
              <a:gd name="T2" fmla="*/ 5311 w 5311"/>
              <a:gd name="T3" fmla="*/ 4320 h 4320"/>
              <a:gd name="T4" fmla="*/ 3800 w 5311"/>
              <a:gd name="T5" fmla="*/ 1644 h 4320"/>
              <a:gd name="T6" fmla="*/ 2891 w 5311"/>
              <a:gd name="T7" fmla="*/ 0 h 4320"/>
              <a:gd name="T8" fmla="*/ 0 w 5311"/>
              <a:gd name="T9" fmla="*/ 0 h 4320"/>
              <a:gd name="T10" fmla="*/ 0 w 5311"/>
              <a:gd name="T11" fmla="*/ 4320 h 43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5311" h="4320">
                <a:moveTo>
                  <a:pt x="0" y="4320"/>
                </a:moveTo>
                <a:cubicBezTo>
                  <a:pt x="5311" y="4320"/>
                  <a:pt x="5311" y="4320"/>
                  <a:pt x="5311" y="4320"/>
                </a:cubicBezTo>
                <a:cubicBezTo>
                  <a:pt x="5281" y="3020"/>
                  <a:pt x="4789" y="2633"/>
                  <a:pt x="3800" y="1644"/>
                </a:cubicBezTo>
                <a:cubicBezTo>
                  <a:pt x="3028" y="873"/>
                  <a:pt x="2904" y="264"/>
                  <a:pt x="2891" y="0"/>
                </a:cubicBezTo>
                <a:cubicBezTo>
                  <a:pt x="0" y="0"/>
                  <a:pt x="0" y="0"/>
                  <a:pt x="0" y="0"/>
                </a:cubicBezTo>
                <a:lnTo>
                  <a:pt x="0" y="4320"/>
                </a:lnTo>
                <a:close/>
              </a:path>
            </a:pathLst>
          </a:custGeom>
          <a:solidFill>
            <a:schemeClr val="bg1">
              <a:lumMod val="95000"/>
              <a:alpha val="29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>
                <a:latin typeface="楷体" panose="02010609060101010101" charset="-122"/>
                <a:ea typeface="楷体" panose="02010609060101010101" charset="-122"/>
                <a:sym typeface="Source Han Sans SC" panose="020B0500000000000000" pitchFamily="34" charset="-122"/>
              </a:rPr>
              <a:t>登录界面</a:t>
            </a:r>
            <a:endParaRPr lang="zh-CN" altLang="en-US" dirty="0">
              <a:latin typeface="楷体" panose="02010609060101010101" charset="-122"/>
              <a:ea typeface="楷体" panose="02010609060101010101" charset="-122"/>
              <a:sym typeface="Source Han Sans SC" panose="020B0500000000000000" pitchFamily="34" charset="-122"/>
            </a:endParaRPr>
          </a:p>
        </p:txBody>
      </p:sp>
      <p:sp>
        <p:nvSpPr>
          <p:cNvPr id="22" name="Freeform 52"/>
          <p:cNvSpPr/>
          <p:nvPr/>
        </p:nvSpPr>
        <p:spPr bwMode="auto">
          <a:xfrm>
            <a:off x="645159" y="5295353"/>
            <a:ext cx="9995445" cy="821832"/>
          </a:xfrm>
          <a:custGeom>
            <a:avLst/>
            <a:gdLst>
              <a:gd name="T0" fmla="*/ 0 w 5311"/>
              <a:gd name="T1" fmla="*/ 4320 h 4320"/>
              <a:gd name="T2" fmla="*/ 5311 w 5311"/>
              <a:gd name="T3" fmla="*/ 4320 h 4320"/>
              <a:gd name="T4" fmla="*/ 3800 w 5311"/>
              <a:gd name="T5" fmla="*/ 1644 h 4320"/>
              <a:gd name="T6" fmla="*/ 2891 w 5311"/>
              <a:gd name="T7" fmla="*/ 0 h 4320"/>
              <a:gd name="T8" fmla="*/ 0 w 5311"/>
              <a:gd name="T9" fmla="*/ 0 h 4320"/>
              <a:gd name="T10" fmla="*/ 0 w 5311"/>
              <a:gd name="T11" fmla="*/ 4320 h 43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5311" h="4320">
                <a:moveTo>
                  <a:pt x="0" y="4320"/>
                </a:moveTo>
                <a:cubicBezTo>
                  <a:pt x="5311" y="4320"/>
                  <a:pt x="5311" y="4320"/>
                  <a:pt x="5311" y="4320"/>
                </a:cubicBezTo>
                <a:cubicBezTo>
                  <a:pt x="5281" y="3020"/>
                  <a:pt x="4789" y="2633"/>
                  <a:pt x="3800" y="1644"/>
                </a:cubicBezTo>
                <a:cubicBezTo>
                  <a:pt x="3028" y="873"/>
                  <a:pt x="2904" y="264"/>
                  <a:pt x="2891" y="0"/>
                </a:cubicBezTo>
                <a:cubicBezTo>
                  <a:pt x="0" y="0"/>
                  <a:pt x="0" y="0"/>
                  <a:pt x="0" y="0"/>
                </a:cubicBezTo>
                <a:lnTo>
                  <a:pt x="0" y="4320"/>
                </a:lnTo>
                <a:close/>
              </a:path>
            </a:pathLst>
          </a:custGeom>
          <a:solidFill>
            <a:schemeClr val="bg1">
              <a:lumMod val="95000"/>
              <a:alpha val="29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>
                <a:latin typeface="楷体" panose="02010609060101010101" charset="-122"/>
                <a:ea typeface="楷体" panose="02010609060101010101" charset="-122"/>
                <a:sym typeface="Source Han Sans SC" panose="020B0500000000000000" pitchFamily="34" charset="-122"/>
              </a:rPr>
              <a:t>账号密码</a:t>
            </a:r>
            <a:r>
              <a:rPr lang="en-US" altLang="zh-CN" dirty="0">
                <a:latin typeface="楷体" panose="02010609060101010101" charset="-122"/>
                <a:ea typeface="楷体" panose="02010609060101010101" charset="-122"/>
                <a:sym typeface="Source Han Sans SC" panose="020B0500000000000000" pitchFamily="34" charset="-122"/>
              </a:rPr>
              <a:t> </a:t>
            </a:r>
            <a:r>
              <a:rPr lang="en-US" altLang="zh-CN" b="1" dirty="0">
                <a:solidFill>
                  <a:srgbClr val="FF0000"/>
                </a:solidFill>
                <a:latin typeface="楷体" panose="02010609060101010101" charset="-122"/>
                <a:ea typeface="楷体" panose="02010609060101010101" charset="-122"/>
                <a:sym typeface="Source Han Sans SC" panose="020B0500000000000000" pitchFamily="34" charset="-122"/>
              </a:rPr>
              <a:t>+ </a:t>
            </a:r>
            <a:r>
              <a:rPr lang="zh-CN" altLang="en-US" dirty="0">
                <a:latin typeface="楷体" panose="02010609060101010101" charset="-122"/>
                <a:ea typeface="楷体" panose="02010609060101010101" charset="-122"/>
                <a:sym typeface="Source Han Sans SC" panose="020B0500000000000000" pitchFamily="34" charset="-122"/>
              </a:rPr>
              <a:t>验证码</a:t>
            </a:r>
            <a:r>
              <a:rPr lang="en-US" altLang="zh-CN" dirty="0">
                <a:latin typeface="楷体" panose="02010609060101010101" charset="-122"/>
                <a:ea typeface="楷体" panose="02010609060101010101" charset="-122"/>
                <a:sym typeface="Source Han Sans SC" panose="020B0500000000000000" pitchFamily="34" charset="-122"/>
              </a:rPr>
              <a:t> </a:t>
            </a:r>
            <a:r>
              <a:rPr lang="zh-CN" altLang="en-US" dirty="0">
                <a:latin typeface="楷体" panose="02010609060101010101" charset="-122"/>
                <a:ea typeface="楷体" panose="02010609060101010101" charset="-122"/>
                <a:sym typeface="Source Han Sans SC" panose="020B0500000000000000" pitchFamily="34" charset="-122"/>
              </a:rPr>
              <a:t>登录</a:t>
            </a:r>
            <a:endParaRPr lang="zh-CN" altLang="en-US" dirty="0">
              <a:latin typeface="楷体" panose="02010609060101010101" charset="-122"/>
              <a:ea typeface="楷体" panose="02010609060101010101" charset="-122"/>
              <a:sym typeface="Source Han Sans SC" panose="020B0500000000000000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>
                <a:latin typeface="楷体" panose="02010609060101010101" charset="-122"/>
                <a:ea typeface="楷体" panose="02010609060101010101" charset="-122"/>
                <a:sym typeface="Source Han Sans SC" panose="020B0500000000000000" pitchFamily="34" charset="-122"/>
              </a:rPr>
              <a:t>界面</a:t>
            </a:r>
            <a:r>
              <a:rPr lang="zh-CN" altLang="en-US" dirty="0">
                <a:latin typeface="楷体" panose="02010609060101010101" charset="-122"/>
                <a:ea typeface="楷体" panose="02010609060101010101" charset="-122"/>
                <a:sym typeface="Source Han Sans SC" panose="020B0500000000000000" pitchFamily="34" charset="-122"/>
              </a:rPr>
              <a:t>美观</a:t>
            </a:r>
            <a:endParaRPr lang="zh-CN" altLang="en-US" dirty="0">
              <a:latin typeface="楷体" panose="02010609060101010101" charset="-122"/>
              <a:ea typeface="楷体" panose="02010609060101010101" charset="-122"/>
              <a:sym typeface="Source Han Sans SC" panose="020B0500000000000000" pitchFamily="34" charset="-122"/>
            </a:endParaRPr>
          </a:p>
          <a:p>
            <a:pPr indent="0">
              <a:buFont typeface="Arial" panose="020B0604020202020204" pitchFamily="34" charset="0"/>
              <a:buNone/>
            </a:pPr>
            <a:endParaRPr lang="zh-CN" altLang="en-US" dirty="0">
              <a:latin typeface="楷体" panose="02010609060101010101" charset="-122"/>
              <a:ea typeface="楷体" panose="02010609060101010101" charset="-122"/>
              <a:sym typeface="Source Han Sans SC" panose="020B0500000000000000" pitchFamily="34" charset="-122"/>
            </a:endParaRPr>
          </a:p>
        </p:txBody>
      </p:sp>
      <p:sp>
        <p:nvSpPr>
          <p:cNvPr id="29" name="Freeform 2"/>
          <p:cNvSpPr/>
          <p:nvPr/>
        </p:nvSpPr>
        <p:spPr>
          <a:xfrm>
            <a:off x="8341359" y="1276978"/>
            <a:ext cx="4033521" cy="2569285"/>
          </a:xfrm>
          <a:custGeom>
            <a:avLst/>
            <a:gdLst/>
            <a:ahLst/>
            <a:cxnLst/>
            <a:rect l="l" t="t" r="r" b="b"/>
            <a:pathLst>
              <a:path w="8462963" h="5596012">
                <a:moveTo>
                  <a:pt x="0" y="0"/>
                </a:moveTo>
                <a:lnTo>
                  <a:pt x="8462962" y="0"/>
                </a:lnTo>
                <a:lnTo>
                  <a:pt x="8462962" y="5596012"/>
                </a:lnTo>
                <a:lnTo>
                  <a:pt x="0" y="55960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pic>
        <p:nvPicPr>
          <p:cNvPr id="17" name="图片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7785" y="1059815"/>
            <a:ext cx="6302375" cy="3602355"/>
          </a:xfrm>
          <a:prstGeom prst="rect">
            <a:avLst/>
          </a:prstGeom>
          <a:noFill/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AD2218-D929-41A1-9A96-21586A0BD13D}" type="slidenum">
              <a:rPr lang="zh-CN" altLang="en-US" smtClean="0"/>
            </a:fld>
            <a:endParaRPr lang="zh-CN" altLang="en-US" dirty="0"/>
          </a:p>
        </p:txBody>
      </p:sp>
      <p:sp>
        <p:nvSpPr>
          <p:cNvPr id="3" name="灯片编号占位符 1"/>
          <p:cNvSpPr txBox="1"/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6AD2218-D929-41A1-9A96-21586A0BD13D}" type="slidenum">
              <a:rPr lang="zh-CN" altLang="en-US" smtClean="0"/>
            </a:fld>
            <a:endParaRPr lang="zh-CN" altLang="en-US"/>
          </a:p>
        </p:txBody>
      </p:sp>
      <p:sp>
        <p:nvSpPr>
          <p:cNvPr id="4" name="灯片编号占位符 1"/>
          <p:cNvSpPr txBox="1"/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6AD2218-D929-41A1-9A96-21586A0BD13D}" type="slidenum">
              <a:rPr lang="zh-CN" altLang="en-US" smtClean="0"/>
            </a:fld>
            <a:endParaRPr lang="zh-CN" altLang="en-US"/>
          </a:p>
        </p:txBody>
      </p:sp>
      <p:sp>
        <p:nvSpPr>
          <p:cNvPr id="5" name="灯片编号占位符 1"/>
          <p:cNvSpPr txBox="1"/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6AD2218-D929-41A1-9A96-21586A0BD13D}" type="slidenum">
              <a:rPr lang="zh-CN" altLang="en-US" smtClean="0"/>
            </a:fld>
            <a:endParaRPr lang="zh-CN" altLang="en-US"/>
          </a:p>
        </p:txBody>
      </p:sp>
      <p:sp>
        <p:nvSpPr>
          <p:cNvPr id="6" name="灯片编号占位符 1"/>
          <p:cNvSpPr txBox="1"/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6AD2218-D929-41A1-9A96-21586A0BD13D}" type="slidenum">
              <a:rPr lang="zh-CN" altLang="en-US" smtClean="0"/>
            </a:fld>
            <a:endParaRPr lang="zh-CN" altLang="en-US"/>
          </a:p>
        </p:txBody>
      </p:sp>
      <p:sp>
        <p:nvSpPr>
          <p:cNvPr id="7" name="灯片编号占位符 1"/>
          <p:cNvSpPr txBox="1"/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6AD2218-D929-41A1-9A96-21586A0BD13D}" type="slidenum">
              <a:rPr lang="zh-CN" altLang="en-US" smtClean="0"/>
            </a:fld>
            <a:endParaRPr lang="zh-CN" altLang="en-US"/>
          </a:p>
        </p:txBody>
      </p:sp>
      <p:sp>
        <p:nvSpPr>
          <p:cNvPr id="8" name="灯片编号占位符 1"/>
          <p:cNvSpPr txBox="1"/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6AD2218-D929-41A1-9A96-21586A0BD13D}" type="slidenum">
              <a:rPr lang="zh-CN" altLang="en-US" smtClean="0"/>
            </a:fld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 rot="5400000">
            <a:off x="5993293" y="659296"/>
            <a:ext cx="205410" cy="121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Source Han Sans SC" panose="020B0500000000000000" pitchFamily="34" charset="-122"/>
              <a:ea typeface="Source Han Sans SC" panose="020B0500000000000000" pitchFamily="34" charset="-122"/>
              <a:sym typeface="Source Han Sans SC" panose="020B0500000000000000" pitchFamily="34" charset="-122"/>
            </a:endParaRPr>
          </a:p>
        </p:txBody>
      </p:sp>
      <p:sp>
        <p:nvSpPr>
          <p:cNvPr id="10" name="Freeform 56"/>
          <p:cNvSpPr/>
          <p:nvPr/>
        </p:nvSpPr>
        <p:spPr bwMode="auto">
          <a:xfrm>
            <a:off x="10621765" y="-9413"/>
            <a:ext cx="1568647" cy="1131310"/>
          </a:xfrm>
          <a:custGeom>
            <a:avLst/>
            <a:gdLst>
              <a:gd name="T0" fmla="*/ 279 w 1633"/>
              <a:gd name="T1" fmla="*/ 305 h 1179"/>
              <a:gd name="T2" fmla="*/ 1633 w 1633"/>
              <a:gd name="T3" fmla="*/ 1179 h 1179"/>
              <a:gd name="T4" fmla="*/ 1633 w 1633"/>
              <a:gd name="T5" fmla="*/ 0 h 1179"/>
              <a:gd name="T6" fmla="*/ 0 w 1633"/>
              <a:gd name="T7" fmla="*/ 0 h 1179"/>
              <a:gd name="T8" fmla="*/ 279 w 1633"/>
              <a:gd name="T9" fmla="*/ 305 h 117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633" h="1179">
                <a:moveTo>
                  <a:pt x="279" y="305"/>
                </a:moveTo>
                <a:cubicBezTo>
                  <a:pt x="686" y="520"/>
                  <a:pt x="1288" y="562"/>
                  <a:pt x="1633" y="1179"/>
                </a:cubicBezTo>
                <a:cubicBezTo>
                  <a:pt x="1633" y="0"/>
                  <a:pt x="1633" y="0"/>
                  <a:pt x="1633" y="0"/>
                </a:cubicBezTo>
                <a:cubicBezTo>
                  <a:pt x="0" y="0"/>
                  <a:pt x="0" y="0"/>
                  <a:pt x="0" y="0"/>
                </a:cubicBezTo>
                <a:cubicBezTo>
                  <a:pt x="22" y="97"/>
                  <a:pt x="95" y="207"/>
                  <a:pt x="279" y="305"/>
                </a:cubicBezTo>
                <a:close/>
              </a:path>
            </a:pathLst>
          </a:custGeom>
          <a:solidFill>
            <a:srgbClr val="002060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latin typeface="Source Han Sans SC" panose="020B0500000000000000" pitchFamily="34" charset="-122"/>
              <a:ea typeface="Source Han Sans SC" panose="020B0500000000000000" pitchFamily="34" charset="-122"/>
              <a:sym typeface="Source Han Sans SC" panose="020B0500000000000000" pitchFamily="34" charset="-122"/>
            </a:endParaRPr>
          </a:p>
        </p:txBody>
      </p:sp>
      <p:sp>
        <p:nvSpPr>
          <p:cNvPr id="12" name="灯片编号占位符 1"/>
          <p:cNvSpPr txBox="1"/>
          <p:nvPr/>
        </p:nvSpPr>
        <p:spPr>
          <a:xfrm>
            <a:off x="8731250" y="6371590"/>
            <a:ext cx="2622550" cy="34988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6AD2218-D929-41A1-9A96-21586A0BD13D}" type="slidenum">
              <a:rPr lang="zh-CN" altLang="en-US" smtClean="0"/>
            </a:fld>
            <a:endParaRPr lang="zh-CN" altLang="en-US"/>
          </a:p>
        </p:txBody>
      </p:sp>
      <p:sp>
        <p:nvSpPr>
          <p:cNvPr id="13" name="Title 1"/>
          <p:cNvSpPr txBox="1"/>
          <p:nvPr>
            <p:custDataLst>
              <p:tags r:id="rId1"/>
            </p:custDataLst>
          </p:nvPr>
        </p:nvSpPr>
        <p:spPr>
          <a:xfrm>
            <a:off x="857880" y="123478"/>
            <a:ext cx="3232906" cy="379477"/>
          </a:xfrm>
          <a:prstGeom prst="rect">
            <a:avLst/>
          </a:prstGeom>
        </p:spPr>
        <p:txBody>
          <a:bodyPr lIns="0" rIns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1800" b="1" dirty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第五章   事故发生的主要原因</a:t>
            </a:r>
            <a:endParaRPr lang="zh-CN" altLang="en-US" sz="1800" b="1" dirty="0">
              <a:solidFill>
                <a:schemeClr val="bg1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4" name="矩形 13"/>
          <p:cNvSpPr/>
          <p:nvPr/>
        </p:nvSpPr>
        <p:spPr>
          <a:xfrm rot="5400000">
            <a:off x="-143627" y="436925"/>
            <a:ext cx="842778" cy="5555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Source Han Sans SC" panose="020B0500000000000000" pitchFamily="34" charset="-122"/>
              <a:ea typeface="Source Han Sans SC" panose="020B0500000000000000" pitchFamily="34" charset="-122"/>
              <a:sym typeface="Source Han Sans SC" panose="020B0500000000000000" pitchFamily="3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645160" y="293370"/>
            <a:ext cx="32329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000000">
                    <a:lumMod val="75000"/>
                    <a:lumOff val="25000"/>
                  </a:srgbClr>
                </a:solidFill>
                <a:latin typeface="楷体" panose="02010609060101010101" charset="-122"/>
                <a:ea typeface="楷体" panose="02010609060101010101" charset="-122"/>
                <a:sym typeface="Source Han Sans SC" panose="020B0500000000000000" pitchFamily="34" charset="-122"/>
              </a:rPr>
              <a:t>系统实现</a:t>
            </a:r>
            <a:endParaRPr lang="zh-CN" altLang="en-US" sz="3600" b="1" dirty="0">
              <a:solidFill>
                <a:srgbClr val="000000">
                  <a:lumMod val="75000"/>
                  <a:lumOff val="25000"/>
                </a:srgbClr>
              </a:solidFill>
              <a:latin typeface="Source Han Sans SC" panose="020B0500000000000000" pitchFamily="34" charset="-122"/>
              <a:ea typeface="Source Han Sans SC" panose="020B0500000000000000" pitchFamily="34" charset="-122"/>
              <a:sym typeface="Source Han Sans SC" panose="020B0500000000000000" pitchFamily="34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682200" y="697651"/>
            <a:ext cx="4395470" cy="29273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20000"/>
              </a:lnSpc>
              <a:buClrTx/>
              <a:buSzTx/>
              <a:buFontTx/>
              <a:defRPr/>
            </a:pPr>
            <a:r>
              <a:rPr lang="en-US" altLang="zh-CN" dirty="0">
                <a:solidFill>
                  <a:srgbClr val="000000">
                    <a:lumMod val="75000"/>
                    <a:lumOff val="25000"/>
                  </a:srgbClr>
                </a:solidFill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  <a:sym typeface="+mn-lt"/>
              </a:rPr>
              <a:t>System implementation</a:t>
            </a:r>
            <a:endParaRPr lang="en-US" altLang="zh-CN" dirty="0">
              <a:solidFill>
                <a:srgbClr val="000000">
                  <a:lumMod val="75000"/>
                  <a:lumOff val="25000"/>
                </a:srgbClr>
              </a:solidFill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  <a:sym typeface="+mn-lt"/>
            </a:endParaRPr>
          </a:p>
        </p:txBody>
      </p:sp>
      <p:sp>
        <p:nvSpPr>
          <p:cNvPr id="21" name="Freeform 52"/>
          <p:cNvSpPr/>
          <p:nvPr/>
        </p:nvSpPr>
        <p:spPr bwMode="auto">
          <a:xfrm>
            <a:off x="645160" y="4744611"/>
            <a:ext cx="5389245" cy="468256"/>
          </a:xfrm>
          <a:custGeom>
            <a:avLst/>
            <a:gdLst>
              <a:gd name="T0" fmla="*/ 0 w 5311"/>
              <a:gd name="T1" fmla="*/ 4320 h 4320"/>
              <a:gd name="T2" fmla="*/ 5311 w 5311"/>
              <a:gd name="T3" fmla="*/ 4320 h 4320"/>
              <a:gd name="T4" fmla="*/ 3800 w 5311"/>
              <a:gd name="T5" fmla="*/ 1644 h 4320"/>
              <a:gd name="T6" fmla="*/ 2891 w 5311"/>
              <a:gd name="T7" fmla="*/ 0 h 4320"/>
              <a:gd name="T8" fmla="*/ 0 w 5311"/>
              <a:gd name="T9" fmla="*/ 0 h 4320"/>
              <a:gd name="T10" fmla="*/ 0 w 5311"/>
              <a:gd name="T11" fmla="*/ 4320 h 43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5311" h="4320">
                <a:moveTo>
                  <a:pt x="0" y="4320"/>
                </a:moveTo>
                <a:cubicBezTo>
                  <a:pt x="5311" y="4320"/>
                  <a:pt x="5311" y="4320"/>
                  <a:pt x="5311" y="4320"/>
                </a:cubicBezTo>
                <a:cubicBezTo>
                  <a:pt x="5281" y="3020"/>
                  <a:pt x="4789" y="2633"/>
                  <a:pt x="3800" y="1644"/>
                </a:cubicBezTo>
                <a:cubicBezTo>
                  <a:pt x="3028" y="873"/>
                  <a:pt x="2904" y="264"/>
                  <a:pt x="2891" y="0"/>
                </a:cubicBezTo>
                <a:cubicBezTo>
                  <a:pt x="0" y="0"/>
                  <a:pt x="0" y="0"/>
                  <a:pt x="0" y="0"/>
                </a:cubicBezTo>
                <a:lnTo>
                  <a:pt x="0" y="4320"/>
                </a:lnTo>
                <a:close/>
              </a:path>
            </a:pathLst>
          </a:custGeom>
          <a:solidFill>
            <a:schemeClr val="bg1">
              <a:lumMod val="95000"/>
              <a:alpha val="29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>
                <a:latin typeface="楷体" panose="02010609060101010101" charset="-122"/>
                <a:ea typeface="楷体" panose="02010609060101010101" charset="-122"/>
                <a:sym typeface="Source Han Sans SC" panose="020B0500000000000000" pitchFamily="34" charset="-122"/>
              </a:rPr>
              <a:t>注册界面</a:t>
            </a:r>
            <a:endParaRPr lang="zh-CN" altLang="en-US" dirty="0">
              <a:latin typeface="楷体" panose="02010609060101010101" charset="-122"/>
              <a:ea typeface="楷体" panose="02010609060101010101" charset="-122"/>
              <a:sym typeface="Source Han Sans SC" panose="020B0500000000000000" pitchFamily="34" charset="-122"/>
            </a:endParaRPr>
          </a:p>
        </p:txBody>
      </p:sp>
      <p:sp>
        <p:nvSpPr>
          <p:cNvPr id="22" name="Freeform 52"/>
          <p:cNvSpPr/>
          <p:nvPr/>
        </p:nvSpPr>
        <p:spPr bwMode="auto">
          <a:xfrm>
            <a:off x="645159" y="5295353"/>
            <a:ext cx="9995445" cy="821832"/>
          </a:xfrm>
          <a:custGeom>
            <a:avLst/>
            <a:gdLst>
              <a:gd name="T0" fmla="*/ 0 w 5311"/>
              <a:gd name="T1" fmla="*/ 4320 h 4320"/>
              <a:gd name="T2" fmla="*/ 5311 w 5311"/>
              <a:gd name="T3" fmla="*/ 4320 h 4320"/>
              <a:gd name="T4" fmla="*/ 3800 w 5311"/>
              <a:gd name="T5" fmla="*/ 1644 h 4320"/>
              <a:gd name="T6" fmla="*/ 2891 w 5311"/>
              <a:gd name="T7" fmla="*/ 0 h 4320"/>
              <a:gd name="T8" fmla="*/ 0 w 5311"/>
              <a:gd name="T9" fmla="*/ 0 h 4320"/>
              <a:gd name="T10" fmla="*/ 0 w 5311"/>
              <a:gd name="T11" fmla="*/ 4320 h 43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5311" h="4320">
                <a:moveTo>
                  <a:pt x="0" y="4320"/>
                </a:moveTo>
                <a:cubicBezTo>
                  <a:pt x="5311" y="4320"/>
                  <a:pt x="5311" y="4320"/>
                  <a:pt x="5311" y="4320"/>
                </a:cubicBezTo>
                <a:cubicBezTo>
                  <a:pt x="5281" y="3020"/>
                  <a:pt x="4789" y="2633"/>
                  <a:pt x="3800" y="1644"/>
                </a:cubicBezTo>
                <a:cubicBezTo>
                  <a:pt x="3028" y="873"/>
                  <a:pt x="2904" y="264"/>
                  <a:pt x="2891" y="0"/>
                </a:cubicBezTo>
                <a:cubicBezTo>
                  <a:pt x="0" y="0"/>
                  <a:pt x="0" y="0"/>
                  <a:pt x="0" y="0"/>
                </a:cubicBezTo>
                <a:lnTo>
                  <a:pt x="0" y="4320"/>
                </a:lnTo>
                <a:close/>
              </a:path>
            </a:pathLst>
          </a:custGeom>
          <a:solidFill>
            <a:schemeClr val="bg1">
              <a:lumMod val="95000"/>
              <a:alpha val="29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>
                <a:latin typeface="楷体" panose="02010609060101010101" charset="-122"/>
                <a:ea typeface="楷体" panose="02010609060101010101" charset="-122"/>
                <a:sym typeface="Source Han Sans SC" panose="020B0500000000000000" pitchFamily="34" charset="-122"/>
              </a:rPr>
              <a:t>填写租户信息</a:t>
            </a:r>
            <a:r>
              <a:rPr lang="en-US" altLang="zh-CN" dirty="0">
                <a:latin typeface="楷体" panose="02010609060101010101" charset="-122"/>
                <a:ea typeface="楷体" panose="02010609060101010101" charset="-122"/>
                <a:sym typeface="Source Han Sans SC" panose="020B0500000000000000" pitchFamily="34" charset="-122"/>
              </a:rPr>
              <a:t> </a:t>
            </a:r>
            <a:r>
              <a:rPr lang="en-US" altLang="zh-CN" dirty="0">
                <a:solidFill>
                  <a:srgbClr val="FF0000"/>
                </a:solidFill>
                <a:latin typeface="楷体" panose="02010609060101010101" charset="-122"/>
                <a:ea typeface="楷体" panose="02010609060101010101" charset="-122"/>
                <a:sym typeface="Source Han Sans SC" panose="020B0500000000000000" pitchFamily="34" charset="-122"/>
              </a:rPr>
              <a:t>+ </a:t>
            </a:r>
            <a:r>
              <a:rPr lang="zh-CN" altLang="en-US" dirty="0">
                <a:latin typeface="楷体" panose="02010609060101010101" charset="-122"/>
                <a:ea typeface="楷体" panose="02010609060101010101" charset="-122"/>
                <a:sym typeface="Source Han Sans SC" panose="020B0500000000000000" pitchFamily="34" charset="-122"/>
              </a:rPr>
              <a:t>用户</a:t>
            </a:r>
            <a:r>
              <a:rPr lang="zh-CN" altLang="en-US" dirty="0">
                <a:latin typeface="楷体" panose="02010609060101010101" charset="-122"/>
                <a:ea typeface="楷体" panose="02010609060101010101" charset="-122"/>
                <a:sym typeface="Source Han Sans SC" panose="020B0500000000000000" pitchFamily="34" charset="-122"/>
              </a:rPr>
              <a:t>信息</a:t>
            </a:r>
            <a:endParaRPr lang="zh-CN" altLang="en-US" dirty="0">
              <a:latin typeface="楷体" panose="02010609060101010101" charset="-122"/>
              <a:ea typeface="楷体" panose="02010609060101010101" charset="-122"/>
              <a:sym typeface="Source Han Sans SC" panose="020B0500000000000000" pitchFamily="34" charset="-122"/>
            </a:endParaRPr>
          </a:p>
          <a:p>
            <a:pPr indent="0">
              <a:buFont typeface="Arial" panose="020B0604020202020204" pitchFamily="34" charset="0"/>
              <a:buNone/>
            </a:pPr>
            <a:endParaRPr lang="zh-CN" altLang="en-US" dirty="0">
              <a:latin typeface="楷体" panose="02010609060101010101" charset="-122"/>
              <a:ea typeface="楷体" panose="02010609060101010101" charset="-122"/>
              <a:sym typeface="Source Han Sans SC" panose="020B0500000000000000" pitchFamily="34" charset="-122"/>
            </a:endParaRPr>
          </a:p>
        </p:txBody>
      </p:sp>
      <p:sp>
        <p:nvSpPr>
          <p:cNvPr id="29" name="Freeform 2"/>
          <p:cNvSpPr/>
          <p:nvPr/>
        </p:nvSpPr>
        <p:spPr>
          <a:xfrm>
            <a:off x="8341359" y="1276978"/>
            <a:ext cx="4033521" cy="2569285"/>
          </a:xfrm>
          <a:custGeom>
            <a:avLst/>
            <a:gdLst/>
            <a:ahLst/>
            <a:cxnLst/>
            <a:rect l="l" t="t" r="r" b="b"/>
            <a:pathLst>
              <a:path w="8462963" h="5596012">
                <a:moveTo>
                  <a:pt x="0" y="0"/>
                </a:moveTo>
                <a:lnTo>
                  <a:pt x="8462962" y="0"/>
                </a:lnTo>
                <a:lnTo>
                  <a:pt x="8462962" y="5596012"/>
                </a:lnTo>
                <a:lnTo>
                  <a:pt x="0" y="55960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pic>
        <p:nvPicPr>
          <p:cNvPr id="11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5308" y="1385888"/>
            <a:ext cx="5272405" cy="2963545"/>
          </a:xfrm>
          <a:prstGeom prst="rect">
            <a:avLst/>
          </a:prstGeom>
          <a:noFill/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pic>
        <p:nvPicPr>
          <p:cNvPr id="18" name="图片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63385" y="1386205"/>
            <a:ext cx="4453255" cy="2983230"/>
          </a:xfrm>
          <a:prstGeom prst="rect">
            <a:avLst/>
          </a:prstGeom>
          <a:noFill/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2"/>
          <p:cNvSpPr/>
          <p:nvPr/>
        </p:nvSpPr>
        <p:spPr>
          <a:xfrm>
            <a:off x="-416641" y="3961214"/>
            <a:ext cx="5356507" cy="3541913"/>
          </a:xfrm>
          <a:custGeom>
            <a:avLst/>
            <a:gdLst/>
            <a:ahLst/>
            <a:cxnLst/>
            <a:rect l="l" t="t" r="r" b="b"/>
            <a:pathLst>
              <a:path w="8462963" h="5596012">
                <a:moveTo>
                  <a:pt x="0" y="0"/>
                </a:moveTo>
                <a:lnTo>
                  <a:pt x="8462962" y="0"/>
                </a:lnTo>
                <a:lnTo>
                  <a:pt x="8462962" y="5596012"/>
                </a:lnTo>
                <a:lnTo>
                  <a:pt x="0" y="5596012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AD2218-D929-41A1-9A96-21586A0BD13D}" type="slidenum">
              <a:rPr lang="zh-CN" altLang="en-US" smtClean="0"/>
            </a:fld>
            <a:endParaRPr lang="zh-CN" altLang="en-US"/>
          </a:p>
        </p:txBody>
      </p:sp>
      <p:sp>
        <p:nvSpPr>
          <p:cNvPr id="4" name="灯片编号占位符 1"/>
          <p:cNvSpPr txBox="1"/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6AD2218-D929-41A1-9A96-21586A0BD13D}" type="slidenum">
              <a:rPr lang="zh-CN" altLang="en-US" smtClean="0"/>
            </a:fld>
            <a:endParaRPr lang="zh-CN" altLang="en-US"/>
          </a:p>
        </p:txBody>
      </p:sp>
      <p:sp>
        <p:nvSpPr>
          <p:cNvPr id="5" name="灯片编号占位符 1"/>
          <p:cNvSpPr txBox="1"/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6AD2218-D929-41A1-9A96-21586A0BD13D}" type="slidenum">
              <a:rPr lang="zh-CN" altLang="en-US" smtClean="0"/>
            </a:fld>
            <a:endParaRPr lang="zh-CN" altLang="en-US"/>
          </a:p>
        </p:txBody>
      </p:sp>
      <p:sp>
        <p:nvSpPr>
          <p:cNvPr id="6" name="灯片编号占位符 1"/>
          <p:cNvSpPr txBox="1"/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6AD2218-D929-41A1-9A96-21586A0BD13D}" type="slidenum">
              <a:rPr lang="zh-CN" altLang="en-US" smtClean="0"/>
            </a:fld>
            <a:endParaRPr lang="zh-CN" altLang="en-US"/>
          </a:p>
        </p:txBody>
      </p:sp>
      <p:sp>
        <p:nvSpPr>
          <p:cNvPr id="7" name="灯片编号占位符 1"/>
          <p:cNvSpPr txBox="1"/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6AD2218-D929-41A1-9A96-21586A0BD13D}" type="slidenum">
              <a:rPr lang="zh-CN" altLang="en-US" smtClean="0"/>
            </a:fld>
            <a:endParaRPr lang="zh-CN" altLang="en-US"/>
          </a:p>
        </p:txBody>
      </p:sp>
      <p:sp>
        <p:nvSpPr>
          <p:cNvPr id="8" name="灯片编号占位符 1"/>
          <p:cNvSpPr txBox="1"/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6AD2218-D929-41A1-9A96-21586A0BD13D}" type="slidenum">
              <a:rPr lang="zh-CN" altLang="en-US" smtClean="0"/>
            </a:fld>
            <a:endParaRPr lang="zh-CN" altLang="en-US"/>
          </a:p>
        </p:txBody>
      </p:sp>
      <p:sp>
        <p:nvSpPr>
          <p:cNvPr id="9" name="灯片编号占位符 1"/>
          <p:cNvSpPr txBox="1"/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6AD2218-D929-41A1-9A96-21586A0BD13D}" type="slidenum">
              <a:rPr lang="zh-CN" altLang="en-US" smtClean="0"/>
            </a:fld>
            <a:endParaRPr lang="zh-CN" altLang="en-US"/>
          </a:p>
        </p:txBody>
      </p:sp>
      <p:sp>
        <p:nvSpPr>
          <p:cNvPr id="10" name="灯片编号占位符 1"/>
          <p:cNvSpPr txBox="1"/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6AD2218-D929-41A1-9A96-21586A0BD13D}" type="slidenum">
              <a:rPr lang="zh-CN" altLang="en-US" smtClean="0"/>
            </a:fld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 rot="5400000">
            <a:off x="5993293" y="659296"/>
            <a:ext cx="205410" cy="121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Source Han Sans SC" panose="020B0500000000000000" pitchFamily="34" charset="-122"/>
              <a:ea typeface="Source Han Sans SC" panose="020B0500000000000000" pitchFamily="34" charset="-122"/>
              <a:sym typeface="Source Han Sans SC" panose="020B0500000000000000" pitchFamily="34" charset="-122"/>
            </a:endParaRPr>
          </a:p>
        </p:txBody>
      </p:sp>
      <p:sp>
        <p:nvSpPr>
          <p:cNvPr id="12" name="Freeform 56"/>
          <p:cNvSpPr/>
          <p:nvPr/>
        </p:nvSpPr>
        <p:spPr bwMode="auto">
          <a:xfrm>
            <a:off x="10621765" y="-9413"/>
            <a:ext cx="1568647" cy="1131310"/>
          </a:xfrm>
          <a:custGeom>
            <a:avLst/>
            <a:gdLst>
              <a:gd name="T0" fmla="*/ 279 w 1633"/>
              <a:gd name="T1" fmla="*/ 305 h 1179"/>
              <a:gd name="T2" fmla="*/ 1633 w 1633"/>
              <a:gd name="T3" fmla="*/ 1179 h 1179"/>
              <a:gd name="T4" fmla="*/ 1633 w 1633"/>
              <a:gd name="T5" fmla="*/ 0 h 1179"/>
              <a:gd name="T6" fmla="*/ 0 w 1633"/>
              <a:gd name="T7" fmla="*/ 0 h 1179"/>
              <a:gd name="T8" fmla="*/ 279 w 1633"/>
              <a:gd name="T9" fmla="*/ 305 h 117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633" h="1179">
                <a:moveTo>
                  <a:pt x="279" y="305"/>
                </a:moveTo>
                <a:cubicBezTo>
                  <a:pt x="686" y="520"/>
                  <a:pt x="1288" y="562"/>
                  <a:pt x="1633" y="1179"/>
                </a:cubicBezTo>
                <a:cubicBezTo>
                  <a:pt x="1633" y="0"/>
                  <a:pt x="1633" y="0"/>
                  <a:pt x="1633" y="0"/>
                </a:cubicBezTo>
                <a:cubicBezTo>
                  <a:pt x="0" y="0"/>
                  <a:pt x="0" y="0"/>
                  <a:pt x="0" y="0"/>
                </a:cubicBezTo>
                <a:cubicBezTo>
                  <a:pt x="22" y="97"/>
                  <a:pt x="95" y="207"/>
                  <a:pt x="279" y="305"/>
                </a:cubicBezTo>
                <a:close/>
              </a:path>
            </a:pathLst>
          </a:custGeom>
          <a:solidFill>
            <a:srgbClr val="002060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latin typeface="Source Han Sans SC" panose="020B0500000000000000" pitchFamily="34" charset="-122"/>
              <a:ea typeface="Source Han Sans SC" panose="020B0500000000000000" pitchFamily="34" charset="-122"/>
              <a:sym typeface="Source Han Sans SC" panose="020B0500000000000000" pitchFamily="34" charset="-122"/>
            </a:endParaRPr>
          </a:p>
        </p:txBody>
      </p:sp>
      <p:sp>
        <p:nvSpPr>
          <p:cNvPr id="14" name="灯片编号占位符 1"/>
          <p:cNvSpPr txBox="1"/>
          <p:nvPr/>
        </p:nvSpPr>
        <p:spPr>
          <a:xfrm>
            <a:off x="8731250" y="6371590"/>
            <a:ext cx="2622550" cy="34988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6AD2218-D929-41A1-9A96-21586A0BD13D}" type="slidenum">
              <a:rPr lang="zh-CN" altLang="en-US" smtClean="0"/>
            </a:fld>
            <a:endParaRPr lang="zh-CN" altLang="en-US"/>
          </a:p>
        </p:txBody>
      </p:sp>
      <p:sp>
        <p:nvSpPr>
          <p:cNvPr id="15" name="Title 1"/>
          <p:cNvSpPr txBox="1"/>
          <p:nvPr>
            <p:custDataLst>
              <p:tags r:id="rId3"/>
            </p:custDataLst>
          </p:nvPr>
        </p:nvSpPr>
        <p:spPr>
          <a:xfrm>
            <a:off x="857880" y="123478"/>
            <a:ext cx="3232906" cy="379477"/>
          </a:xfrm>
          <a:prstGeom prst="rect">
            <a:avLst/>
          </a:prstGeom>
        </p:spPr>
        <p:txBody>
          <a:bodyPr lIns="0" rIns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1800" b="1" dirty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第五章   事故发生的主要原因</a:t>
            </a:r>
            <a:endParaRPr lang="zh-CN" altLang="en-US" sz="1800" b="1" dirty="0">
              <a:solidFill>
                <a:schemeClr val="bg1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6" name="矩形 15"/>
          <p:cNvSpPr/>
          <p:nvPr/>
        </p:nvSpPr>
        <p:spPr>
          <a:xfrm rot="5400000">
            <a:off x="-143627" y="436925"/>
            <a:ext cx="842778" cy="5555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Source Han Sans SC" panose="020B0500000000000000" pitchFamily="34" charset="-122"/>
              <a:ea typeface="Source Han Sans SC" panose="020B0500000000000000" pitchFamily="34" charset="-122"/>
              <a:sym typeface="Source Han Sans SC" panose="020B0500000000000000" pitchFamily="34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645160" y="293370"/>
            <a:ext cx="32329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000000">
                    <a:lumMod val="75000"/>
                    <a:lumOff val="25000"/>
                  </a:srgbClr>
                </a:solidFill>
                <a:latin typeface="楷体" panose="02010609060101010101" charset="-122"/>
                <a:ea typeface="楷体" panose="02010609060101010101" charset="-122"/>
                <a:sym typeface="Source Han Sans SC" panose="020B0500000000000000" pitchFamily="34" charset="-122"/>
              </a:rPr>
              <a:t>系统实现</a:t>
            </a:r>
            <a:endParaRPr lang="zh-CN" altLang="en-US" sz="3600" b="1" dirty="0">
              <a:solidFill>
                <a:srgbClr val="000000">
                  <a:lumMod val="75000"/>
                  <a:lumOff val="25000"/>
                </a:srgbClr>
              </a:solidFill>
              <a:latin typeface="Source Han Sans SC" panose="020B0500000000000000" pitchFamily="34" charset="-122"/>
              <a:ea typeface="Source Han Sans SC" panose="020B0500000000000000" pitchFamily="34" charset="-122"/>
              <a:sym typeface="Source Han Sans SC" panose="020B0500000000000000" pitchFamily="34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682200" y="697651"/>
            <a:ext cx="4395470" cy="29273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20000"/>
              </a:lnSpc>
              <a:buClrTx/>
              <a:buSzTx/>
              <a:buFontTx/>
              <a:defRPr/>
            </a:pPr>
            <a:r>
              <a:rPr lang="en-US" altLang="zh-CN" dirty="0">
                <a:solidFill>
                  <a:srgbClr val="000000">
                    <a:lumMod val="75000"/>
                    <a:lumOff val="25000"/>
                  </a:srgbClr>
                </a:solidFill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  <a:sym typeface="+mn-lt"/>
              </a:rPr>
              <a:t>System implementation</a:t>
            </a:r>
            <a:endParaRPr lang="en-US" altLang="zh-CN" dirty="0">
              <a:solidFill>
                <a:srgbClr val="000000">
                  <a:lumMod val="75000"/>
                  <a:lumOff val="25000"/>
                </a:srgbClr>
              </a:solidFill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  <a:sym typeface="+mn-lt"/>
            </a:endParaRPr>
          </a:p>
        </p:txBody>
      </p:sp>
      <p:sp>
        <p:nvSpPr>
          <p:cNvPr id="19" name="Freeform 52"/>
          <p:cNvSpPr/>
          <p:nvPr/>
        </p:nvSpPr>
        <p:spPr bwMode="auto">
          <a:xfrm>
            <a:off x="6429686" y="1415914"/>
            <a:ext cx="5389245" cy="468256"/>
          </a:xfrm>
          <a:custGeom>
            <a:avLst/>
            <a:gdLst>
              <a:gd name="T0" fmla="*/ 0 w 5311"/>
              <a:gd name="T1" fmla="*/ 4320 h 4320"/>
              <a:gd name="T2" fmla="*/ 5311 w 5311"/>
              <a:gd name="T3" fmla="*/ 4320 h 4320"/>
              <a:gd name="T4" fmla="*/ 3800 w 5311"/>
              <a:gd name="T5" fmla="*/ 1644 h 4320"/>
              <a:gd name="T6" fmla="*/ 2891 w 5311"/>
              <a:gd name="T7" fmla="*/ 0 h 4320"/>
              <a:gd name="T8" fmla="*/ 0 w 5311"/>
              <a:gd name="T9" fmla="*/ 0 h 4320"/>
              <a:gd name="T10" fmla="*/ 0 w 5311"/>
              <a:gd name="T11" fmla="*/ 4320 h 43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5311" h="4320">
                <a:moveTo>
                  <a:pt x="0" y="4320"/>
                </a:moveTo>
                <a:cubicBezTo>
                  <a:pt x="5311" y="4320"/>
                  <a:pt x="5311" y="4320"/>
                  <a:pt x="5311" y="4320"/>
                </a:cubicBezTo>
                <a:cubicBezTo>
                  <a:pt x="5281" y="3020"/>
                  <a:pt x="4789" y="2633"/>
                  <a:pt x="3800" y="1644"/>
                </a:cubicBezTo>
                <a:cubicBezTo>
                  <a:pt x="3028" y="873"/>
                  <a:pt x="2904" y="264"/>
                  <a:pt x="2891" y="0"/>
                </a:cubicBezTo>
                <a:cubicBezTo>
                  <a:pt x="0" y="0"/>
                  <a:pt x="0" y="0"/>
                  <a:pt x="0" y="0"/>
                </a:cubicBezTo>
                <a:lnTo>
                  <a:pt x="0" y="4320"/>
                </a:lnTo>
                <a:close/>
              </a:path>
            </a:pathLst>
          </a:custGeom>
          <a:solidFill>
            <a:schemeClr val="bg1">
              <a:lumMod val="95000"/>
              <a:alpha val="29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>
                <a:latin typeface="楷体" panose="02010609060101010101" charset="-122"/>
                <a:ea typeface="楷体" panose="02010609060101010101" charset="-122"/>
                <a:sym typeface="Source Han Sans SC" panose="020B0500000000000000" pitchFamily="34" charset="-122"/>
              </a:rPr>
              <a:t>web</a:t>
            </a:r>
            <a:r>
              <a:rPr lang="zh-CN" altLang="en-US" dirty="0">
                <a:latin typeface="楷体" panose="02010609060101010101" charset="-122"/>
                <a:ea typeface="楷体" panose="02010609060101010101" charset="-122"/>
                <a:sym typeface="Source Han Sans SC" panose="020B0500000000000000" pitchFamily="34" charset="-122"/>
              </a:rPr>
              <a:t>端</a:t>
            </a:r>
            <a:r>
              <a:rPr lang="zh-CN" altLang="en-US" dirty="0">
                <a:latin typeface="楷体" panose="02010609060101010101" charset="-122"/>
                <a:ea typeface="楷体" panose="02010609060101010101" charset="-122"/>
                <a:sym typeface="Source Han Sans SC" panose="020B0500000000000000" pitchFamily="34" charset="-122"/>
              </a:rPr>
              <a:t>首页</a:t>
            </a:r>
            <a:endParaRPr lang="zh-CN" altLang="en-US" dirty="0">
              <a:latin typeface="楷体" panose="02010609060101010101" charset="-122"/>
              <a:ea typeface="楷体" panose="02010609060101010101" charset="-122"/>
              <a:sym typeface="Source Han Sans SC" panose="020B0500000000000000" pitchFamily="34" charset="-122"/>
            </a:endParaRPr>
          </a:p>
        </p:txBody>
      </p:sp>
      <p:sp>
        <p:nvSpPr>
          <p:cNvPr id="20" name="Freeform 52"/>
          <p:cNvSpPr/>
          <p:nvPr/>
        </p:nvSpPr>
        <p:spPr bwMode="auto">
          <a:xfrm>
            <a:off x="6429684" y="1982065"/>
            <a:ext cx="5389245" cy="821832"/>
          </a:xfrm>
          <a:custGeom>
            <a:avLst/>
            <a:gdLst>
              <a:gd name="T0" fmla="*/ 0 w 5311"/>
              <a:gd name="T1" fmla="*/ 4320 h 4320"/>
              <a:gd name="T2" fmla="*/ 5311 w 5311"/>
              <a:gd name="T3" fmla="*/ 4320 h 4320"/>
              <a:gd name="T4" fmla="*/ 3800 w 5311"/>
              <a:gd name="T5" fmla="*/ 1644 h 4320"/>
              <a:gd name="T6" fmla="*/ 2891 w 5311"/>
              <a:gd name="T7" fmla="*/ 0 h 4320"/>
              <a:gd name="T8" fmla="*/ 0 w 5311"/>
              <a:gd name="T9" fmla="*/ 0 h 4320"/>
              <a:gd name="T10" fmla="*/ 0 w 5311"/>
              <a:gd name="T11" fmla="*/ 4320 h 43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5311" h="4320">
                <a:moveTo>
                  <a:pt x="0" y="4320"/>
                </a:moveTo>
                <a:cubicBezTo>
                  <a:pt x="5311" y="4320"/>
                  <a:pt x="5311" y="4320"/>
                  <a:pt x="5311" y="4320"/>
                </a:cubicBezTo>
                <a:cubicBezTo>
                  <a:pt x="5281" y="3020"/>
                  <a:pt x="4789" y="2633"/>
                  <a:pt x="3800" y="1644"/>
                </a:cubicBezTo>
                <a:cubicBezTo>
                  <a:pt x="3028" y="873"/>
                  <a:pt x="2904" y="264"/>
                  <a:pt x="2891" y="0"/>
                </a:cubicBezTo>
                <a:cubicBezTo>
                  <a:pt x="0" y="0"/>
                  <a:pt x="0" y="0"/>
                  <a:pt x="0" y="0"/>
                </a:cubicBezTo>
                <a:lnTo>
                  <a:pt x="0" y="4320"/>
                </a:lnTo>
                <a:close/>
              </a:path>
            </a:pathLst>
          </a:custGeom>
          <a:solidFill>
            <a:schemeClr val="bg1">
              <a:lumMod val="95000"/>
              <a:alpha val="29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dirty="0">
                <a:latin typeface="楷体" panose="02010609060101010101" charset="-122"/>
                <a:ea typeface="楷体" panose="02010609060101010101" charset="-122"/>
                <a:sym typeface="Source Han Sans SC" panose="020B0500000000000000" pitchFamily="34" charset="-122"/>
              </a:rPr>
              <a:t>展示小程序端</a:t>
            </a:r>
            <a:r>
              <a:rPr lang="zh-CN" dirty="0">
                <a:latin typeface="楷体" panose="02010609060101010101" charset="-122"/>
                <a:ea typeface="楷体" panose="02010609060101010101" charset="-122"/>
                <a:sym typeface="Source Han Sans SC" panose="020B0500000000000000" pitchFamily="34" charset="-122"/>
              </a:rPr>
              <a:t>首页</a:t>
            </a:r>
            <a:endParaRPr lang="zh-CN" dirty="0">
              <a:latin typeface="楷体" panose="02010609060101010101" charset="-122"/>
              <a:ea typeface="楷体" panose="02010609060101010101" charset="-122"/>
              <a:sym typeface="Source Han Sans SC" panose="020B0500000000000000" pitchFamily="34" charset="-122"/>
            </a:endParaRPr>
          </a:p>
        </p:txBody>
      </p:sp>
      <p:sp>
        <p:nvSpPr>
          <p:cNvPr id="21" name="Freeform 52"/>
          <p:cNvSpPr/>
          <p:nvPr/>
        </p:nvSpPr>
        <p:spPr bwMode="auto">
          <a:xfrm>
            <a:off x="6429684" y="2592528"/>
            <a:ext cx="5389245" cy="468256"/>
          </a:xfrm>
          <a:custGeom>
            <a:avLst/>
            <a:gdLst>
              <a:gd name="T0" fmla="*/ 0 w 5311"/>
              <a:gd name="T1" fmla="*/ 4320 h 4320"/>
              <a:gd name="T2" fmla="*/ 5311 w 5311"/>
              <a:gd name="T3" fmla="*/ 4320 h 4320"/>
              <a:gd name="T4" fmla="*/ 3800 w 5311"/>
              <a:gd name="T5" fmla="*/ 1644 h 4320"/>
              <a:gd name="T6" fmla="*/ 2891 w 5311"/>
              <a:gd name="T7" fmla="*/ 0 h 4320"/>
              <a:gd name="T8" fmla="*/ 0 w 5311"/>
              <a:gd name="T9" fmla="*/ 0 h 4320"/>
              <a:gd name="T10" fmla="*/ 0 w 5311"/>
              <a:gd name="T11" fmla="*/ 4320 h 43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5311" h="4320">
                <a:moveTo>
                  <a:pt x="0" y="4320"/>
                </a:moveTo>
                <a:cubicBezTo>
                  <a:pt x="5311" y="4320"/>
                  <a:pt x="5311" y="4320"/>
                  <a:pt x="5311" y="4320"/>
                </a:cubicBezTo>
                <a:cubicBezTo>
                  <a:pt x="5281" y="3020"/>
                  <a:pt x="4789" y="2633"/>
                  <a:pt x="3800" y="1644"/>
                </a:cubicBezTo>
                <a:cubicBezTo>
                  <a:pt x="3028" y="873"/>
                  <a:pt x="2904" y="264"/>
                  <a:pt x="2891" y="0"/>
                </a:cubicBezTo>
                <a:cubicBezTo>
                  <a:pt x="0" y="0"/>
                  <a:pt x="0" y="0"/>
                  <a:pt x="0" y="0"/>
                </a:cubicBezTo>
                <a:lnTo>
                  <a:pt x="0" y="4320"/>
                </a:lnTo>
                <a:close/>
              </a:path>
            </a:pathLst>
          </a:custGeom>
          <a:solidFill>
            <a:schemeClr val="bg1">
              <a:lumMod val="95000"/>
              <a:alpha val="29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>
                <a:latin typeface="楷体" panose="02010609060101010101" charset="-122"/>
                <a:ea typeface="楷体" panose="02010609060101010101" charset="-122"/>
                <a:sym typeface="Source Han Sans SC" panose="020B0500000000000000" pitchFamily="34" charset="-122"/>
              </a:rPr>
              <a:t>轮播图可</a:t>
            </a:r>
            <a:r>
              <a:rPr lang="zh-CN" altLang="en-US" dirty="0">
                <a:latin typeface="楷体" panose="02010609060101010101" charset="-122"/>
                <a:ea typeface="楷体" panose="02010609060101010101" charset="-122"/>
                <a:sym typeface="Source Han Sans SC" panose="020B0500000000000000" pitchFamily="34" charset="-122"/>
              </a:rPr>
              <a:t>配置</a:t>
            </a:r>
            <a:endParaRPr lang="zh-CN" altLang="en-US" dirty="0">
              <a:latin typeface="楷体" panose="02010609060101010101" charset="-122"/>
              <a:ea typeface="楷体" panose="02010609060101010101" charset="-122"/>
              <a:sym typeface="Source Han Sans SC" panose="020B0500000000000000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CN" altLang="en-US" dirty="0">
              <a:latin typeface="楷体" panose="02010609060101010101" charset="-122"/>
              <a:ea typeface="楷体" panose="02010609060101010101" charset="-122"/>
              <a:sym typeface="Source Han Sans SC" panose="020B0500000000000000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>
                <a:latin typeface="楷体" panose="02010609060101010101" charset="-122"/>
                <a:ea typeface="楷体" panose="02010609060101010101" charset="-122"/>
                <a:sym typeface="Source Han Sans SC" panose="020B0500000000000000" pitchFamily="34" charset="-122"/>
              </a:rPr>
              <a:t>下方显示合作成员</a:t>
            </a:r>
            <a:r>
              <a:rPr lang="zh-CN" altLang="en-US" dirty="0">
                <a:latin typeface="楷体" panose="02010609060101010101" charset="-122"/>
                <a:ea typeface="楷体" panose="02010609060101010101" charset="-122"/>
                <a:sym typeface="Source Han Sans SC" panose="020B0500000000000000" pitchFamily="34" charset="-122"/>
              </a:rPr>
              <a:t>信息</a:t>
            </a:r>
            <a:endParaRPr lang="zh-CN" altLang="en-US" dirty="0">
              <a:latin typeface="楷体" panose="02010609060101010101" charset="-122"/>
              <a:ea typeface="楷体" panose="02010609060101010101" charset="-122"/>
              <a:sym typeface="Source Han Sans SC" panose="020B0500000000000000" pitchFamily="34" charset="-122"/>
            </a:endParaRPr>
          </a:p>
        </p:txBody>
      </p:sp>
      <p:sp>
        <p:nvSpPr>
          <p:cNvPr id="23" name="Freeform 31"/>
          <p:cNvSpPr/>
          <p:nvPr/>
        </p:nvSpPr>
        <p:spPr>
          <a:xfrm>
            <a:off x="7591606" y="4215594"/>
            <a:ext cx="3164460" cy="2456637"/>
          </a:xfrm>
          <a:custGeom>
            <a:avLst/>
            <a:gdLst/>
            <a:ahLst/>
            <a:cxnLst/>
            <a:rect l="l" t="t" r="r" b="b"/>
            <a:pathLst>
              <a:path w="5342398" h="3871241">
                <a:moveTo>
                  <a:pt x="0" y="0"/>
                </a:moveTo>
                <a:lnTo>
                  <a:pt x="5342398" y="0"/>
                </a:lnTo>
                <a:lnTo>
                  <a:pt x="5342398" y="3871241"/>
                </a:lnTo>
                <a:lnTo>
                  <a:pt x="0" y="387124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4769" b="-4769"/>
            </a:stretch>
          </a:blipFill>
        </p:spPr>
      </p:sp>
      <p:pic>
        <p:nvPicPr>
          <p:cNvPr id="22" name="图片 2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1990" y="1246505"/>
            <a:ext cx="5375275" cy="2969260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 19"/>
          <p:cNvSpPr/>
          <p:nvPr/>
        </p:nvSpPr>
        <p:spPr>
          <a:xfrm>
            <a:off x="675399" y="3745331"/>
            <a:ext cx="5068016" cy="2949616"/>
          </a:xfrm>
          <a:custGeom>
            <a:avLst/>
            <a:gdLst/>
            <a:ahLst/>
            <a:cxnLst/>
            <a:rect l="l" t="t" r="r" b="b"/>
            <a:pathLst>
              <a:path w="9990099" h="6070626">
                <a:moveTo>
                  <a:pt x="0" y="0"/>
                </a:moveTo>
                <a:lnTo>
                  <a:pt x="9990100" y="0"/>
                </a:lnTo>
                <a:lnTo>
                  <a:pt x="9990100" y="6070626"/>
                </a:lnTo>
                <a:lnTo>
                  <a:pt x="0" y="6070626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AD2218-D929-41A1-9A96-21586A0BD13D}" type="slidenum">
              <a:rPr lang="zh-CN" altLang="en-US" smtClean="0"/>
            </a:fld>
            <a:endParaRPr lang="zh-CN" altLang="en-US"/>
          </a:p>
        </p:txBody>
      </p:sp>
      <p:sp>
        <p:nvSpPr>
          <p:cNvPr id="3" name="灯片编号占位符 1"/>
          <p:cNvSpPr txBox="1"/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6AD2218-D929-41A1-9A96-21586A0BD13D}" type="slidenum">
              <a:rPr lang="zh-CN" altLang="en-US" smtClean="0"/>
            </a:fld>
            <a:endParaRPr lang="zh-CN" altLang="en-US"/>
          </a:p>
        </p:txBody>
      </p:sp>
      <p:sp>
        <p:nvSpPr>
          <p:cNvPr id="4" name="灯片编号占位符 1"/>
          <p:cNvSpPr txBox="1"/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6AD2218-D929-41A1-9A96-21586A0BD13D}" type="slidenum">
              <a:rPr lang="zh-CN" altLang="en-US" smtClean="0"/>
            </a:fld>
            <a:endParaRPr lang="zh-CN" altLang="en-US"/>
          </a:p>
        </p:txBody>
      </p:sp>
      <p:sp>
        <p:nvSpPr>
          <p:cNvPr id="5" name="灯片编号占位符 1"/>
          <p:cNvSpPr txBox="1"/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6AD2218-D929-41A1-9A96-21586A0BD13D}" type="slidenum">
              <a:rPr lang="zh-CN" altLang="en-US" smtClean="0"/>
            </a:fld>
            <a:endParaRPr lang="zh-CN" altLang="en-US"/>
          </a:p>
        </p:txBody>
      </p:sp>
      <p:sp>
        <p:nvSpPr>
          <p:cNvPr id="6" name="灯片编号占位符 1"/>
          <p:cNvSpPr txBox="1"/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6AD2218-D929-41A1-9A96-21586A0BD13D}" type="slidenum">
              <a:rPr lang="zh-CN" altLang="en-US" smtClean="0"/>
            </a:fld>
            <a:endParaRPr lang="zh-CN" altLang="en-US"/>
          </a:p>
        </p:txBody>
      </p:sp>
      <p:sp>
        <p:nvSpPr>
          <p:cNvPr id="7" name="灯片编号占位符 1"/>
          <p:cNvSpPr txBox="1"/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6AD2218-D929-41A1-9A96-21586A0BD13D}" type="slidenum">
              <a:rPr lang="zh-CN" altLang="en-US" smtClean="0"/>
            </a:fld>
            <a:endParaRPr lang="zh-CN" altLang="en-US"/>
          </a:p>
        </p:txBody>
      </p:sp>
      <p:sp>
        <p:nvSpPr>
          <p:cNvPr id="8" name="灯片编号占位符 1"/>
          <p:cNvSpPr txBox="1"/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6AD2218-D929-41A1-9A96-21586A0BD13D}" type="slidenum">
              <a:rPr lang="zh-CN" altLang="en-US" smtClean="0"/>
            </a:fld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 rot="5400000">
            <a:off x="5993293" y="659296"/>
            <a:ext cx="205410" cy="121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Source Han Sans SC" panose="020B0500000000000000" pitchFamily="34" charset="-122"/>
              <a:ea typeface="Source Han Sans SC" panose="020B0500000000000000" pitchFamily="34" charset="-122"/>
              <a:sym typeface="Source Han Sans SC" panose="020B0500000000000000" pitchFamily="34" charset="-122"/>
            </a:endParaRPr>
          </a:p>
        </p:txBody>
      </p:sp>
      <p:sp>
        <p:nvSpPr>
          <p:cNvPr id="10" name="Freeform 56"/>
          <p:cNvSpPr/>
          <p:nvPr/>
        </p:nvSpPr>
        <p:spPr bwMode="auto">
          <a:xfrm>
            <a:off x="10621765" y="-9413"/>
            <a:ext cx="1568647" cy="1131310"/>
          </a:xfrm>
          <a:custGeom>
            <a:avLst/>
            <a:gdLst>
              <a:gd name="T0" fmla="*/ 279 w 1633"/>
              <a:gd name="T1" fmla="*/ 305 h 1179"/>
              <a:gd name="T2" fmla="*/ 1633 w 1633"/>
              <a:gd name="T3" fmla="*/ 1179 h 1179"/>
              <a:gd name="T4" fmla="*/ 1633 w 1633"/>
              <a:gd name="T5" fmla="*/ 0 h 1179"/>
              <a:gd name="T6" fmla="*/ 0 w 1633"/>
              <a:gd name="T7" fmla="*/ 0 h 1179"/>
              <a:gd name="T8" fmla="*/ 279 w 1633"/>
              <a:gd name="T9" fmla="*/ 305 h 117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633" h="1179">
                <a:moveTo>
                  <a:pt x="279" y="305"/>
                </a:moveTo>
                <a:cubicBezTo>
                  <a:pt x="686" y="520"/>
                  <a:pt x="1288" y="562"/>
                  <a:pt x="1633" y="1179"/>
                </a:cubicBezTo>
                <a:cubicBezTo>
                  <a:pt x="1633" y="0"/>
                  <a:pt x="1633" y="0"/>
                  <a:pt x="1633" y="0"/>
                </a:cubicBezTo>
                <a:cubicBezTo>
                  <a:pt x="0" y="0"/>
                  <a:pt x="0" y="0"/>
                  <a:pt x="0" y="0"/>
                </a:cubicBezTo>
                <a:cubicBezTo>
                  <a:pt x="22" y="97"/>
                  <a:pt x="95" y="207"/>
                  <a:pt x="279" y="305"/>
                </a:cubicBezTo>
                <a:close/>
              </a:path>
            </a:pathLst>
          </a:custGeom>
          <a:solidFill>
            <a:srgbClr val="002060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latin typeface="Source Han Sans SC" panose="020B0500000000000000" pitchFamily="34" charset="-122"/>
              <a:ea typeface="Source Han Sans SC" panose="020B0500000000000000" pitchFamily="34" charset="-122"/>
              <a:sym typeface="Source Han Sans SC" panose="020B0500000000000000" pitchFamily="34" charset="-122"/>
            </a:endParaRPr>
          </a:p>
        </p:txBody>
      </p:sp>
      <p:sp>
        <p:nvSpPr>
          <p:cNvPr id="12" name="灯片编号占位符 1"/>
          <p:cNvSpPr txBox="1"/>
          <p:nvPr/>
        </p:nvSpPr>
        <p:spPr>
          <a:xfrm>
            <a:off x="8731250" y="6371590"/>
            <a:ext cx="2622550" cy="34988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6AD2218-D929-41A1-9A96-21586A0BD13D}" type="slidenum">
              <a:rPr lang="zh-CN" altLang="en-US" smtClean="0"/>
            </a:fld>
            <a:endParaRPr lang="zh-CN" altLang="en-US"/>
          </a:p>
        </p:txBody>
      </p:sp>
      <p:sp>
        <p:nvSpPr>
          <p:cNvPr id="13" name="Title 1"/>
          <p:cNvSpPr txBox="1"/>
          <p:nvPr>
            <p:custDataLst>
              <p:tags r:id="rId3"/>
            </p:custDataLst>
          </p:nvPr>
        </p:nvSpPr>
        <p:spPr>
          <a:xfrm>
            <a:off x="857880" y="123478"/>
            <a:ext cx="3232906" cy="379477"/>
          </a:xfrm>
          <a:prstGeom prst="rect">
            <a:avLst/>
          </a:prstGeom>
        </p:spPr>
        <p:txBody>
          <a:bodyPr lIns="0" rIns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1800" b="1" dirty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第五章   事故发生的主要原因</a:t>
            </a:r>
            <a:endParaRPr lang="zh-CN" altLang="en-US" sz="1800" b="1" dirty="0">
              <a:solidFill>
                <a:schemeClr val="bg1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4" name="矩形 13"/>
          <p:cNvSpPr/>
          <p:nvPr/>
        </p:nvSpPr>
        <p:spPr>
          <a:xfrm rot="5400000">
            <a:off x="-143627" y="436925"/>
            <a:ext cx="842778" cy="5555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Source Han Sans SC" panose="020B0500000000000000" pitchFamily="34" charset="-122"/>
              <a:ea typeface="Source Han Sans SC" panose="020B0500000000000000" pitchFamily="34" charset="-122"/>
              <a:sym typeface="Source Han Sans SC" panose="020B0500000000000000" pitchFamily="3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645160" y="293370"/>
            <a:ext cx="32329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000000">
                    <a:lumMod val="75000"/>
                    <a:lumOff val="25000"/>
                  </a:srgbClr>
                </a:solidFill>
                <a:latin typeface="楷体" panose="02010609060101010101" charset="-122"/>
                <a:ea typeface="楷体" panose="02010609060101010101" charset="-122"/>
                <a:sym typeface="Source Han Sans SC" panose="020B0500000000000000" pitchFamily="34" charset="-122"/>
              </a:rPr>
              <a:t>系统实现</a:t>
            </a:r>
            <a:endParaRPr lang="zh-CN" altLang="en-US" sz="3600" b="1" dirty="0">
              <a:solidFill>
                <a:srgbClr val="000000">
                  <a:lumMod val="75000"/>
                  <a:lumOff val="25000"/>
                </a:srgbClr>
              </a:solidFill>
              <a:latin typeface="Source Han Sans SC" panose="020B0500000000000000" pitchFamily="34" charset="-122"/>
              <a:ea typeface="Source Han Sans SC" panose="020B0500000000000000" pitchFamily="34" charset="-122"/>
              <a:sym typeface="Source Han Sans SC" panose="020B0500000000000000" pitchFamily="34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682200" y="697651"/>
            <a:ext cx="4395470" cy="29273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20000"/>
              </a:lnSpc>
              <a:buClrTx/>
              <a:buSzTx/>
              <a:buFontTx/>
              <a:defRPr/>
            </a:pPr>
            <a:r>
              <a:rPr lang="en-US" altLang="zh-CN" dirty="0">
                <a:solidFill>
                  <a:srgbClr val="000000">
                    <a:lumMod val="75000"/>
                    <a:lumOff val="25000"/>
                  </a:srgbClr>
                </a:solidFill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  <a:sym typeface="+mn-lt"/>
              </a:rPr>
              <a:t>System implementation</a:t>
            </a:r>
            <a:endParaRPr lang="en-US" altLang="zh-CN" dirty="0">
              <a:solidFill>
                <a:srgbClr val="000000">
                  <a:lumMod val="75000"/>
                  <a:lumOff val="25000"/>
                </a:srgbClr>
              </a:solidFill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  <a:sym typeface="+mn-lt"/>
            </a:endParaRPr>
          </a:p>
        </p:txBody>
      </p:sp>
      <p:sp>
        <p:nvSpPr>
          <p:cNvPr id="20" name="Freeform 52"/>
          <p:cNvSpPr/>
          <p:nvPr/>
        </p:nvSpPr>
        <p:spPr bwMode="auto">
          <a:xfrm>
            <a:off x="5648157" y="1301913"/>
            <a:ext cx="5389245" cy="468256"/>
          </a:xfrm>
          <a:custGeom>
            <a:avLst/>
            <a:gdLst>
              <a:gd name="T0" fmla="*/ 0 w 5311"/>
              <a:gd name="T1" fmla="*/ 4320 h 4320"/>
              <a:gd name="T2" fmla="*/ 5311 w 5311"/>
              <a:gd name="T3" fmla="*/ 4320 h 4320"/>
              <a:gd name="T4" fmla="*/ 3800 w 5311"/>
              <a:gd name="T5" fmla="*/ 1644 h 4320"/>
              <a:gd name="T6" fmla="*/ 2891 w 5311"/>
              <a:gd name="T7" fmla="*/ 0 h 4320"/>
              <a:gd name="T8" fmla="*/ 0 w 5311"/>
              <a:gd name="T9" fmla="*/ 0 h 4320"/>
              <a:gd name="T10" fmla="*/ 0 w 5311"/>
              <a:gd name="T11" fmla="*/ 4320 h 43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5311" h="4320">
                <a:moveTo>
                  <a:pt x="0" y="4320"/>
                </a:moveTo>
                <a:cubicBezTo>
                  <a:pt x="5311" y="4320"/>
                  <a:pt x="5311" y="4320"/>
                  <a:pt x="5311" y="4320"/>
                </a:cubicBezTo>
                <a:cubicBezTo>
                  <a:pt x="5281" y="3020"/>
                  <a:pt x="4789" y="2633"/>
                  <a:pt x="3800" y="1644"/>
                </a:cubicBezTo>
                <a:cubicBezTo>
                  <a:pt x="3028" y="873"/>
                  <a:pt x="2904" y="264"/>
                  <a:pt x="2891" y="0"/>
                </a:cubicBezTo>
                <a:cubicBezTo>
                  <a:pt x="0" y="0"/>
                  <a:pt x="0" y="0"/>
                  <a:pt x="0" y="0"/>
                </a:cubicBezTo>
                <a:lnTo>
                  <a:pt x="0" y="4320"/>
                </a:lnTo>
                <a:close/>
              </a:path>
            </a:pathLst>
          </a:custGeom>
          <a:solidFill>
            <a:schemeClr val="bg1">
              <a:lumMod val="95000"/>
              <a:alpha val="29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>
                <a:latin typeface="楷体" panose="02010609060101010101" charset="-122"/>
                <a:ea typeface="楷体" panose="02010609060101010101" charset="-122"/>
                <a:sym typeface="Source Han Sans SC" panose="020B0500000000000000" pitchFamily="34" charset="-122"/>
              </a:rPr>
              <a:t>用户</a:t>
            </a:r>
            <a:r>
              <a:rPr lang="zh-CN" altLang="en-US" dirty="0">
                <a:latin typeface="楷体" panose="02010609060101010101" charset="-122"/>
                <a:ea typeface="楷体" panose="02010609060101010101" charset="-122"/>
                <a:sym typeface="Source Han Sans SC" panose="020B0500000000000000" pitchFamily="34" charset="-122"/>
              </a:rPr>
              <a:t>管理界面</a:t>
            </a:r>
            <a:endParaRPr lang="zh-CN" altLang="en-US" dirty="0">
              <a:latin typeface="楷体" panose="02010609060101010101" charset="-122"/>
              <a:ea typeface="楷体" panose="02010609060101010101" charset="-122"/>
              <a:sym typeface="Source Han Sans SC" panose="020B0500000000000000" pitchFamily="34" charset="-122"/>
            </a:endParaRPr>
          </a:p>
        </p:txBody>
      </p:sp>
      <p:sp>
        <p:nvSpPr>
          <p:cNvPr id="21" name="Freeform 52"/>
          <p:cNvSpPr/>
          <p:nvPr/>
        </p:nvSpPr>
        <p:spPr bwMode="auto">
          <a:xfrm>
            <a:off x="5648156" y="1824983"/>
            <a:ext cx="5389245" cy="821832"/>
          </a:xfrm>
          <a:custGeom>
            <a:avLst/>
            <a:gdLst>
              <a:gd name="T0" fmla="*/ 0 w 5311"/>
              <a:gd name="T1" fmla="*/ 4320 h 4320"/>
              <a:gd name="T2" fmla="*/ 5311 w 5311"/>
              <a:gd name="T3" fmla="*/ 4320 h 4320"/>
              <a:gd name="T4" fmla="*/ 3800 w 5311"/>
              <a:gd name="T5" fmla="*/ 1644 h 4320"/>
              <a:gd name="T6" fmla="*/ 2891 w 5311"/>
              <a:gd name="T7" fmla="*/ 0 h 4320"/>
              <a:gd name="T8" fmla="*/ 0 w 5311"/>
              <a:gd name="T9" fmla="*/ 0 h 4320"/>
              <a:gd name="T10" fmla="*/ 0 w 5311"/>
              <a:gd name="T11" fmla="*/ 4320 h 43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5311" h="4320">
                <a:moveTo>
                  <a:pt x="0" y="4320"/>
                </a:moveTo>
                <a:cubicBezTo>
                  <a:pt x="5311" y="4320"/>
                  <a:pt x="5311" y="4320"/>
                  <a:pt x="5311" y="4320"/>
                </a:cubicBezTo>
                <a:cubicBezTo>
                  <a:pt x="5281" y="3020"/>
                  <a:pt x="4789" y="2633"/>
                  <a:pt x="3800" y="1644"/>
                </a:cubicBezTo>
                <a:cubicBezTo>
                  <a:pt x="3028" y="873"/>
                  <a:pt x="2904" y="264"/>
                  <a:pt x="2891" y="0"/>
                </a:cubicBezTo>
                <a:cubicBezTo>
                  <a:pt x="0" y="0"/>
                  <a:pt x="0" y="0"/>
                  <a:pt x="0" y="0"/>
                </a:cubicBezTo>
                <a:lnTo>
                  <a:pt x="0" y="4320"/>
                </a:lnTo>
                <a:close/>
              </a:path>
            </a:pathLst>
          </a:custGeom>
          <a:solidFill>
            <a:schemeClr val="bg1">
              <a:lumMod val="95000"/>
              <a:alpha val="29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dirty="0">
                <a:latin typeface="楷体" panose="02010609060101010101" charset="-122"/>
                <a:ea typeface="楷体" panose="02010609060101010101" charset="-122"/>
                <a:sym typeface="Source Han Sans SC" panose="020B0500000000000000" pitchFamily="34" charset="-122"/>
              </a:rPr>
              <a:t>可以展开树形图，并且可以按照部门名称进行模糊查找</a:t>
            </a:r>
            <a:endParaRPr dirty="0">
              <a:latin typeface="楷体" panose="02010609060101010101" charset="-122"/>
              <a:ea typeface="楷体" panose="02010609060101010101" charset="-122"/>
              <a:sym typeface="Source Han Sans SC" panose="020B0500000000000000" pitchFamily="34" charset="-122"/>
            </a:endParaRPr>
          </a:p>
        </p:txBody>
      </p:sp>
      <p:sp>
        <p:nvSpPr>
          <p:cNvPr id="23" name="Freeform 52"/>
          <p:cNvSpPr/>
          <p:nvPr/>
        </p:nvSpPr>
        <p:spPr bwMode="auto">
          <a:xfrm>
            <a:off x="5648325" y="2762885"/>
            <a:ext cx="5389245" cy="1165860"/>
          </a:xfrm>
          <a:custGeom>
            <a:avLst/>
            <a:gdLst>
              <a:gd name="T0" fmla="*/ 0 w 5311"/>
              <a:gd name="T1" fmla="*/ 4320 h 4320"/>
              <a:gd name="T2" fmla="*/ 5311 w 5311"/>
              <a:gd name="T3" fmla="*/ 4320 h 4320"/>
              <a:gd name="T4" fmla="*/ 3800 w 5311"/>
              <a:gd name="T5" fmla="*/ 1644 h 4320"/>
              <a:gd name="T6" fmla="*/ 2891 w 5311"/>
              <a:gd name="T7" fmla="*/ 0 h 4320"/>
              <a:gd name="T8" fmla="*/ 0 w 5311"/>
              <a:gd name="T9" fmla="*/ 0 h 4320"/>
              <a:gd name="T10" fmla="*/ 0 w 5311"/>
              <a:gd name="T11" fmla="*/ 4320 h 43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5311" h="4320">
                <a:moveTo>
                  <a:pt x="0" y="4320"/>
                </a:moveTo>
                <a:cubicBezTo>
                  <a:pt x="5311" y="4320"/>
                  <a:pt x="5311" y="4320"/>
                  <a:pt x="5311" y="4320"/>
                </a:cubicBezTo>
                <a:cubicBezTo>
                  <a:pt x="5281" y="3020"/>
                  <a:pt x="4789" y="2633"/>
                  <a:pt x="3800" y="1644"/>
                </a:cubicBezTo>
                <a:cubicBezTo>
                  <a:pt x="3028" y="873"/>
                  <a:pt x="2904" y="264"/>
                  <a:pt x="2891" y="0"/>
                </a:cubicBezTo>
                <a:cubicBezTo>
                  <a:pt x="0" y="0"/>
                  <a:pt x="0" y="0"/>
                  <a:pt x="0" y="0"/>
                </a:cubicBezTo>
                <a:lnTo>
                  <a:pt x="0" y="4320"/>
                </a:lnTo>
                <a:close/>
              </a:path>
            </a:pathLst>
          </a:custGeom>
          <a:solidFill>
            <a:schemeClr val="bg1">
              <a:lumMod val="95000"/>
              <a:alpha val="29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>
                <a:latin typeface="楷体" panose="02010609060101010101" charset="-122"/>
                <a:ea typeface="楷体" panose="02010609060101010101" charset="-122"/>
                <a:sym typeface="Source Han Sans SC" panose="020B0500000000000000" pitchFamily="34" charset="-122"/>
              </a:rPr>
              <a:t>新增用户，可以通过点击树形图选中部门，进行部门的选择操作</a:t>
            </a:r>
            <a:endParaRPr lang="zh-CN" altLang="en-US" dirty="0">
              <a:latin typeface="楷体" panose="02010609060101010101" charset="-122"/>
              <a:ea typeface="楷体" panose="02010609060101010101" charset="-122"/>
              <a:sym typeface="Source Han Sans SC" panose="020B0500000000000000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CN" altLang="en-US" dirty="0">
              <a:latin typeface="楷体" panose="02010609060101010101" charset="-122"/>
              <a:ea typeface="楷体" panose="02010609060101010101" charset="-122"/>
              <a:sym typeface="Source Han Sans SC" panose="020B0500000000000000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>
                <a:latin typeface="楷体" panose="02010609060101010101" charset="-122"/>
                <a:ea typeface="楷体" panose="02010609060101010101" charset="-122"/>
                <a:sym typeface="Source Han Sans SC" panose="020B0500000000000000" pitchFamily="34" charset="-122"/>
              </a:rPr>
              <a:t>支持按用户名，手机号，状态以及时间进行模糊查找，重置按钮可以重置搜索条件</a:t>
            </a:r>
            <a:endParaRPr lang="zh-CN" altLang="en-US" dirty="0">
              <a:latin typeface="楷体" panose="02010609060101010101" charset="-122"/>
              <a:ea typeface="楷体" panose="02010609060101010101" charset="-122"/>
              <a:sym typeface="Source Han Sans SC" panose="020B0500000000000000" pitchFamily="34" charset="-122"/>
            </a:endParaRPr>
          </a:p>
        </p:txBody>
      </p:sp>
      <p:pic>
        <p:nvPicPr>
          <p:cNvPr id="30" name="图片 2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44246" y="4627811"/>
            <a:ext cx="3093154" cy="2010601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6555" y="1301750"/>
            <a:ext cx="5271770" cy="2989580"/>
          </a:xfrm>
          <a:prstGeom prst="rect">
            <a:avLst/>
          </a:prstGeom>
          <a:noFill/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AD2218-D929-41A1-9A96-21586A0BD13D}" type="slidenum">
              <a:rPr lang="zh-CN" altLang="en-US" smtClean="0"/>
            </a:fld>
            <a:endParaRPr lang="zh-CN" altLang="en-US"/>
          </a:p>
        </p:txBody>
      </p:sp>
      <p:sp>
        <p:nvSpPr>
          <p:cNvPr id="3" name="灯片编号占位符 1"/>
          <p:cNvSpPr txBox="1"/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6AD2218-D929-41A1-9A96-21586A0BD13D}" type="slidenum">
              <a:rPr lang="zh-CN" altLang="en-US" smtClean="0"/>
            </a:fld>
            <a:endParaRPr lang="zh-CN" altLang="en-US"/>
          </a:p>
        </p:txBody>
      </p:sp>
      <p:sp>
        <p:nvSpPr>
          <p:cNvPr id="4" name="灯片编号占位符 1"/>
          <p:cNvSpPr txBox="1"/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6AD2218-D929-41A1-9A96-21586A0BD13D}" type="slidenum">
              <a:rPr lang="zh-CN" altLang="en-US" smtClean="0"/>
            </a:fld>
            <a:endParaRPr lang="zh-CN" altLang="en-US"/>
          </a:p>
        </p:txBody>
      </p:sp>
      <p:sp>
        <p:nvSpPr>
          <p:cNvPr id="5" name="灯片编号占位符 1"/>
          <p:cNvSpPr txBox="1"/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6AD2218-D929-41A1-9A96-21586A0BD13D}" type="slidenum">
              <a:rPr lang="zh-CN" altLang="en-US" smtClean="0"/>
            </a:fld>
            <a:endParaRPr lang="zh-CN" altLang="en-US"/>
          </a:p>
        </p:txBody>
      </p:sp>
      <p:sp>
        <p:nvSpPr>
          <p:cNvPr id="6" name="灯片编号占位符 1"/>
          <p:cNvSpPr txBox="1"/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6AD2218-D929-41A1-9A96-21586A0BD13D}" type="slidenum">
              <a:rPr lang="zh-CN" altLang="en-US" smtClean="0"/>
            </a:fld>
            <a:endParaRPr lang="zh-CN" altLang="en-US"/>
          </a:p>
        </p:txBody>
      </p:sp>
      <p:sp>
        <p:nvSpPr>
          <p:cNvPr id="7" name="灯片编号占位符 1"/>
          <p:cNvSpPr txBox="1"/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6AD2218-D929-41A1-9A96-21586A0BD13D}" type="slidenum">
              <a:rPr lang="zh-CN" altLang="en-US" smtClean="0"/>
            </a:fld>
            <a:endParaRPr lang="zh-CN" altLang="en-US"/>
          </a:p>
        </p:txBody>
      </p:sp>
      <p:sp>
        <p:nvSpPr>
          <p:cNvPr id="8" name="灯片编号占位符 1"/>
          <p:cNvSpPr txBox="1"/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6AD2218-D929-41A1-9A96-21586A0BD13D}" type="slidenum">
              <a:rPr lang="zh-CN" altLang="en-US" smtClean="0"/>
            </a:fld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 rot="5400000">
            <a:off x="5993293" y="659296"/>
            <a:ext cx="205410" cy="121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Source Han Sans SC" panose="020B0500000000000000" pitchFamily="34" charset="-122"/>
              <a:ea typeface="Source Han Sans SC" panose="020B0500000000000000" pitchFamily="34" charset="-122"/>
              <a:sym typeface="Source Han Sans SC" panose="020B0500000000000000" pitchFamily="34" charset="-122"/>
            </a:endParaRPr>
          </a:p>
        </p:txBody>
      </p:sp>
      <p:sp>
        <p:nvSpPr>
          <p:cNvPr id="10" name="Freeform 56"/>
          <p:cNvSpPr/>
          <p:nvPr/>
        </p:nvSpPr>
        <p:spPr bwMode="auto">
          <a:xfrm>
            <a:off x="10621765" y="-9413"/>
            <a:ext cx="1568647" cy="1131310"/>
          </a:xfrm>
          <a:custGeom>
            <a:avLst/>
            <a:gdLst>
              <a:gd name="T0" fmla="*/ 279 w 1633"/>
              <a:gd name="T1" fmla="*/ 305 h 1179"/>
              <a:gd name="T2" fmla="*/ 1633 w 1633"/>
              <a:gd name="T3" fmla="*/ 1179 h 1179"/>
              <a:gd name="T4" fmla="*/ 1633 w 1633"/>
              <a:gd name="T5" fmla="*/ 0 h 1179"/>
              <a:gd name="T6" fmla="*/ 0 w 1633"/>
              <a:gd name="T7" fmla="*/ 0 h 1179"/>
              <a:gd name="T8" fmla="*/ 279 w 1633"/>
              <a:gd name="T9" fmla="*/ 305 h 117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633" h="1179">
                <a:moveTo>
                  <a:pt x="279" y="305"/>
                </a:moveTo>
                <a:cubicBezTo>
                  <a:pt x="686" y="520"/>
                  <a:pt x="1288" y="562"/>
                  <a:pt x="1633" y="1179"/>
                </a:cubicBezTo>
                <a:cubicBezTo>
                  <a:pt x="1633" y="0"/>
                  <a:pt x="1633" y="0"/>
                  <a:pt x="1633" y="0"/>
                </a:cubicBezTo>
                <a:cubicBezTo>
                  <a:pt x="0" y="0"/>
                  <a:pt x="0" y="0"/>
                  <a:pt x="0" y="0"/>
                </a:cubicBezTo>
                <a:cubicBezTo>
                  <a:pt x="22" y="97"/>
                  <a:pt x="95" y="207"/>
                  <a:pt x="279" y="305"/>
                </a:cubicBezTo>
                <a:close/>
              </a:path>
            </a:pathLst>
          </a:custGeom>
          <a:solidFill>
            <a:srgbClr val="002060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latin typeface="Source Han Sans SC" panose="020B0500000000000000" pitchFamily="34" charset="-122"/>
              <a:ea typeface="Source Han Sans SC" panose="020B0500000000000000" pitchFamily="34" charset="-122"/>
              <a:sym typeface="Source Han Sans SC" panose="020B0500000000000000" pitchFamily="34" charset="-122"/>
            </a:endParaRPr>
          </a:p>
        </p:txBody>
      </p:sp>
      <p:sp>
        <p:nvSpPr>
          <p:cNvPr id="12" name="灯片编号占位符 1"/>
          <p:cNvSpPr txBox="1"/>
          <p:nvPr/>
        </p:nvSpPr>
        <p:spPr>
          <a:xfrm>
            <a:off x="8731250" y="6371590"/>
            <a:ext cx="2622550" cy="34988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6AD2218-D929-41A1-9A96-21586A0BD13D}" type="slidenum">
              <a:rPr lang="zh-CN" altLang="en-US" smtClean="0"/>
            </a:fld>
            <a:endParaRPr lang="zh-CN" altLang="en-US"/>
          </a:p>
        </p:txBody>
      </p:sp>
      <p:sp>
        <p:nvSpPr>
          <p:cNvPr id="13" name="Title 1"/>
          <p:cNvSpPr txBox="1"/>
          <p:nvPr>
            <p:custDataLst>
              <p:tags r:id="rId1"/>
            </p:custDataLst>
          </p:nvPr>
        </p:nvSpPr>
        <p:spPr>
          <a:xfrm>
            <a:off x="857880" y="123478"/>
            <a:ext cx="3232906" cy="379477"/>
          </a:xfrm>
          <a:prstGeom prst="rect">
            <a:avLst/>
          </a:prstGeom>
        </p:spPr>
        <p:txBody>
          <a:bodyPr lIns="0" rIns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1800" b="1" dirty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第五章   事故发生的主要原因</a:t>
            </a:r>
            <a:endParaRPr lang="zh-CN" altLang="en-US" sz="1800" b="1" dirty="0">
              <a:solidFill>
                <a:schemeClr val="bg1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4" name="矩形 13"/>
          <p:cNvSpPr/>
          <p:nvPr/>
        </p:nvSpPr>
        <p:spPr>
          <a:xfrm rot="5400000">
            <a:off x="-143627" y="436925"/>
            <a:ext cx="842778" cy="5555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Source Han Sans SC" panose="020B0500000000000000" pitchFamily="34" charset="-122"/>
              <a:ea typeface="Source Han Sans SC" panose="020B0500000000000000" pitchFamily="34" charset="-122"/>
              <a:sym typeface="Source Han Sans SC" panose="020B0500000000000000" pitchFamily="3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645160" y="293370"/>
            <a:ext cx="32329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000000">
                    <a:lumMod val="75000"/>
                    <a:lumOff val="25000"/>
                  </a:srgbClr>
                </a:solidFill>
                <a:latin typeface="楷体" panose="02010609060101010101" charset="-122"/>
                <a:ea typeface="楷体" panose="02010609060101010101" charset="-122"/>
                <a:sym typeface="Source Han Sans SC" panose="020B0500000000000000" pitchFamily="34" charset="-122"/>
              </a:rPr>
              <a:t>系统实现</a:t>
            </a:r>
            <a:endParaRPr lang="zh-CN" altLang="en-US" sz="3600" b="1" dirty="0">
              <a:solidFill>
                <a:srgbClr val="000000">
                  <a:lumMod val="75000"/>
                  <a:lumOff val="25000"/>
                </a:srgbClr>
              </a:solidFill>
              <a:latin typeface="Source Han Sans SC" panose="020B0500000000000000" pitchFamily="34" charset="-122"/>
              <a:ea typeface="Source Han Sans SC" panose="020B0500000000000000" pitchFamily="34" charset="-122"/>
              <a:sym typeface="Source Han Sans SC" panose="020B0500000000000000" pitchFamily="34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682200" y="697651"/>
            <a:ext cx="4395470" cy="29273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20000"/>
              </a:lnSpc>
              <a:buClrTx/>
              <a:buSzTx/>
              <a:buFontTx/>
              <a:defRPr/>
            </a:pPr>
            <a:r>
              <a:rPr lang="en-US" altLang="zh-CN" dirty="0">
                <a:solidFill>
                  <a:srgbClr val="000000">
                    <a:lumMod val="75000"/>
                    <a:lumOff val="25000"/>
                  </a:srgbClr>
                </a:solidFill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  <a:sym typeface="+mn-lt"/>
              </a:rPr>
              <a:t>System implementation</a:t>
            </a:r>
            <a:endParaRPr lang="en-US" altLang="zh-CN" dirty="0">
              <a:solidFill>
                <a:srgbClr val="000000">
                  <a:lumMod val="75000"/>
                  <a:lumOff val="25000"/>
                </a:srgbClr>
              </a:solidFill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  <a:sym typeface="+mn-lt"/>
            </a:endParaRPr>
          </a:p>
        </p:txBody>
      </p:sp>
      <p:sp>
        <p:nvSpPr>
          <p:cNvPr id="18" name="Freeform 52"/>
          <p:cNvSpPr/>
          <p:nvPr/>
        </p:nvSpPr>
        <p:spPr bwMode="auto">
          <a:xfrm>
            <a:off x="6485219" y="1356092"/>
            <a:ext cx="4012255" cy="468256"/>
          </a:xfrm>
          <a:custGeom>
            <a:avLst/>
            <a:gdLst>
              <a:gd name="T0" fmla="*/ 0 w 5311"/>
              <a:gd name="T1" fmla="*/ 4320 h 4320"/>
              <a:gd name="T2" fmla="*/ 5311 w 5311"/>
              <a:gd name="T3" fmla="*/ 4320 h 4320"/>
              <a:gd name="T4" fmla="*/ 3800 w 5311"/>
              <a:gd name="T5" fmla="*/ 1644 h 4320"/>
              <a:gd name="T6" fmla="*/ 2891 w 5311"/>
              <a:gd name="T7" fmla="*/ 0 h 4320"/>
              <a:gd name="T8" fmla="*/ 0 w 5311"/>
              <a:gd name="T9" fmla="*/ 0 h 4320"/>
              <a:gd name="T10" fmla="*/ 0 w 5311"/>
              <a:gd name="T11" fmla="*/ 4320 h 43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5311" h="4320">
                <a:moveTo>
                  <a:pt x="0" y="4320"/>
                </a:moveTo>
                <a:cubicBezTo>
                  <a:pt x="5311" y="4320"/>
                  <a:pt x="5311" y="4320"/>
                  <a:pt x="5311" y="4320"/>
                </a:cubicBezTo>
                <a:cubicBezTo>
                  <a:pt x="5281" y="3020"/>
                  <a:pt x="4789" y="2633"/>
                  <a:pt x="3800" y="1644"/>
                </a:cubicBezTo>
                <a:cubicBezTo>
                  <a:pt x="3028" y="873"/>
                  <a:pt x="2904" y="264"/>
                  <a:pt x="2891" y="0"/>
                </a:cubicBezTo>
                <a:cubicBezTo>
                  <a:pt x="0" y="0"/>
                  <a:pt x="0" y="0"/>
                  <a:pt x="0" y="0"/>
                </a:cubicBezTo>
                <a:lnTo>
                  <a:pt x="0" y="4320"/>
                </a:lnTo>
                <a:close/>
              </a:path>
            </a:pathLst>
          </a:custGeom>
          <a:solidFill>
            <a:schemeClr val="bg1">
              <a:lumMod val="95000"/>
              <a:alpha val="29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>
                <a:latin typeface="楷体" panose="02010609060101010101" charset="-122"/>
                <a:ea typeface="楷体" panose="02010609060101010101" charset="-122"/>
                <a:sym typeface="Source Han Sans SC" panose="020B0500000000000000" pitchFamily="34" charset="-122"/>
              </a:rPr>
              <a:t>资讯</a:t>
            </a:r>
            <a:r>
              <a:rPr lang="zh-CN" altLang="en-US" dirty="0">
                <a:latin typeface="楷体" panose="02010609060101010101" charset="-122"/>
                <a:ea typeface="楷体" panose="02010609060101010101" charset="-122"/>
                <a:sym typeface="Source Han Sans SC" panose="020B0500000000000000" pitchFamily="34" charset="-122"/>
              </a:rPr>
              <a:t>管理界面</a:t>
            </a:r>
            <a:endParaRPr lang="zh-CN" altLang="en-US" dirty="0">
              <a:latin typeface="楷体" panose="02010609060101010101" charset="-122"/>
              <a:ea typeface="楷体" panose="02010609060101010101" charset="-122"/>
              <a:sym typeface="Source Han Sans SC" panose="020B0500000000000000" pitchFamily="34" charset="-122"/>
            </a:endParaRPr>
          </a:p>
        </p:txBody>
      </p:sp>
      <p:sp>
        <p:nvSpPr>
          <p:cNvPr id="19" name="Freeform 52"/>
          <p:cNvSpPr/>
          <p:nvPr/>
        </p:nvSpPr>
        <p:spPr bwMode="auto">
          <a:xfrm>
            <a:off x="6484582" y="2135635"/>
            <a:ext cx="4012255" cy="821832"/>
          </a:xfrm>
          <a:custGeom>
            <a:avLst/>
            <a:gdLst>
              <a:gd name="T0" fmla="*/ 0 w 5311"/>
              <a:gd name="T1" fmla="*/ 4320 h 4320"/>
              <a:gd name="T2" fmla="*/ 5311 w 5311"/>
              <a:gd name="T3" fmla="*/ 4320 h 4320"/>
              <a:gd name="T4" fmla="*/ 3800 w 5311"/>
              <a:gd name="T5" fmla="*/ 1644 h 4320"/>
              <a:gd name="T6" fmla="*/ 2891 w 5311"/>
              <a:gd name="T7" fmla="*/ 0 h 4320"/>
              <a:gd name="T8" fmla="*/ 0 w 5311"/>
              <a:gd name="T9" fmla="*/ 0 h 4320"/>
              <a:gd name="T10" fmla="*/ 0 w 5311"/>
              <a:gd name="T11" fmla="*/ 4320 h 43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5311" h="4320">
                <a:moveTo>
                  <a:pt x="0" y="4320"/>
                </a:moveTo>
                <a:cubicBezTo>
                  <a:pt x="5311" y="4320"/>
                  <a:pt x="5311" y="4320"/>
                  <a:pt x="5311" y="4320"/>
                </a:cubicBezTo>
                <a:cubicBezTo>
                  <a:pt x="5281" y="3020"/>
                  <a:pt x="4789" y="2633"/>
                  <a:pt x="3800" y="1644"/>
                </a:cubicBezTo>
                <a:cubicBezTo>
                  <a:pt x="3028" y="873"/>
                  <a:pt x="2904" y="264"/>
                  <a:pt x="2891" y="0"/>
                </a:cubicBezTo>
                <a:cubicBezTo>
                  <a:pt x="0" y="0"/>
                  <a:pt x="0" y="0"/>
                  <a:pt x="0" y="0"/>
                </a:cubicBezTo>
                <a:lnTo>
                  <a:pt x="0" y="4320"/>
                </a:lnTo>
                <a:close/>
              </a:path>
            </a:pathLst>
          </a:custGeom>
          <a:solidFill>
            <a:schemeClr val="bg1">
              <a:lumMod val="95000"/>
              <a:alpha val="29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>
                <a:latin typeface="楷体" panose="02010609060101010101" charset="-122"/>
                <a:ea typeface="楷体" panose="02010609060101010101" charset="-122"/>
                <a:sym typeface="Source Han Sans SC" panose="020B0500000000000000" pitchFamily="34" charset="-122"/>
              </a:rPr>
              <a:t>新增新闻，采用富文本框的形式</a:t>
            </a:r>
            <a:endParaRPr lang="zh-CN" altLang="en-US" dirty="0">
              <a:latin typeface="楷体" panose="02010609060101010101" charset="-122"/>
              <a:ea typeface="楷体" panose="02010609060101010101" charset="-122"/>
              <a:sym typeface="Source Han Sans SC" panose="020B0500000000000000" pitchFamily="34" charset="-122"/>
            </a:endParaRPr>
          </a:p>
        </p:txBody>
      </p:sp>
      <p:sp>
        <p:nvSpPr>
          <p:cNvPr id="20" name="Freeform 52"/>
          <p:cNvSpPr/>
          <p:nvPr/>
        </p:nvSpPr>
        <p:spPr bwMode="auto">
          <a:xfrm>
            <a:off x="6483946" y="3140537"/>
            <a:ext cx="4012255" cy="468256"/>
          </a:xfrm>
          <a:custGeom>
            <a:avLst/>
            <a:gdLst>
              <a:gd name="T0" fmla="*/ 0 w 5311"/>
              <a:gd name="T1" fmla="*/ 4320 h 4320"/>
              <a:gd name="T2" fmla="*/ 5311 w 5311"/>
              <a:gd name="T3" fmla="*/ 4320 h 4320"/>
              <a:gd name="T4" fmla="*/ 3800 w 5311"/>
              <a:gd name="T5" fmla="*/ 1644 h 4320"/>
              <a:gd name="T6" fmla="*/ 2891 w 5311"/>
              <a:gd name="T7" fmla="*/ 0 h 4320"/>
              <a:gd name="T8" fmla="*/ 0 w 5311"/>
              <a:gd name="T9" fmla="*/ 0 h 4320"/>
              <a:gd name="T10" fmla="*/ 0 w 5311"/>
              <a:gd name="T11" fmla="*/ 4320 h 43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5311" h="4320">
                <a:moveTo>
                  <a:pt x="0" y="4320"/>
                </a:moveTo>
                <a:cubicBezTo>
                  <a:pt x="5311" y="4320"/>
                  <a:pt x="5311" y="4320"/>
                  <a:pt x="5311" y="4320"/>
                </a:cubicBezTo>
                <a:cubicBezTo>
                  <a:pt x="5281" y="3020"/>
                  <a:pt x="4789" y="2633"/>
                  <a:pt x="3800" y="1644"/>
                </a:cubicBezTo>
                <a:cubicBezTo>
                  <a:pt x="3028" y="873"/>
                  <a:pt x="2904" y="264"/>
                  <a:pt x="2891" y="0"/>
                </a:cubicBezTo>
                <a:cubicBezTo>
                  <a:pt x="0" y="0"/>
                  <a:pt x="0" y="0"/>
                  <a:pt x="0" y="0"/>
                </a:cubicBezTo>
                <a:lnTo>
                  <a:pt x="0" y="4320"/>
                </a:lnTo>
                <a:close/>
              </a:path>
            </a:pathLst>
          </a:custGeom>
          <a:solidFill>
            <a:schemeClr val="bg1">
              <a:lumMod val="95000"/>
              <a:alpha val="29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>
                <a:latin typeface="楷体" panose="02010609060101010101" charset="-122"/>
                <a:ea typeface="楷体" panose="02010609060101010101" charset="-122"/>
                <a:sym typeface="Source Han Sans SC" panose="020B0500000000000000" pitchFamily="34" charset="-122"/>
              </a:rPr>
              <a:t>支持按标题，简介，图片，作者进行模糊查询</a:t>
            </a:r>
            <a:endParaRPr lang="zh-CN" altLang="en-US" dirty="0">
              <a:latin typeface="楷体" panose="02010609060101010101" charset="-122"/>
              <a:ea typeface="楷体" panose="02010609060101010101" charset="-122"/>
              <a:sym typeface="Source Han Sans SC" panose="020B0500000000000000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CN" altLang="en-US" dirty="0">
              <a:latin typeface="楷体" panose="02010609060101010101" charset="-122"/>
              <a:ea typeface="楷体" panose="02010609060101010101" charset="-122"/>
              <a:sym typeface="Source Han Sans SC" panose="020B0500000000000000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>
                <a:latin typeface="楷体" panose="02010609060101010101" charset="-122"/>
                <a:ea typeface="楷体" panose="02010609060101010101" charset="-122"/>
                <a:sym typeface="Source Han Sans SC" panose="020B0500000000000000" pitchFamily="34" charset="-122"/>
              </a:rPr>
              <a:t>导出</a:t>
            </a:r>
            <a:r>
              <a:rPr lang="zh-CN" altLang="en-US" dirty="0">
                <a:latin typeface="楷体" panose="02010609060101010101" charset="-122"/>
                <a:ea typeface="楷体" panose="02010609060101010101" charset="-122"/>
                <a:sym typeface="Source Han Sans SC" panose="020B0500000000000000" pitchFamily="34" charset="-122"/>
              </a:rPr>
              <a:t>表格</a:t>
            </a:r>
            <a:endParaRPr lang="zh-CN" altLang="en-US" dirty="0">
              <a:latin typeface="楷体" panose="02010609060101010101" charset="-122"/>
              <a:ea typeface="楷体" panose="02010609060101010101" charset="-122"/>
              <a:sym typeface="Source Han Sans SC" panose="020B0500000000000000" pitchFamily="34" charset="-122"/>
            </a:endParaRPr>
          </a:p>
        </p:txBody>
      </p:sp>
      <p:sp>
        <p:nvSpPr>
          <p:cNvPr id="17" name="Freeform 29"/>
          <p:cNvSpPr/>
          <p:nvPr/>
        </p:nvSpPr>
        <p:spPr>
          <a:xfrm>
            <a:off x="1935452" y="4068833"/>
            <a:ext cx="8686313" cy="2757554"/>
          </a:xfrm>
          <a:custGeom>
            <a:avLst/>
            <a:gdLst/>
            <a:ahLst/>
            <a:cxnLst/>
            <a:rect l="l" t="t" r="r" b="b"/>
            <a:pathLst>
              <a:path w="15496239" h="5166984">
                <a:moveTo>
                  <a:pt x="0" y="0"/>
                </a:moveTo>
                <a:lnTo>
                  <a:pt x="15496239" y="0"/>
                </a:lnTo>
                <a:lnTo>
                  <a:pt x="15496239" y="5166985"/>
                </a:lnTo>
                <a:lnTo>
                  <a:pt x="0" y="516698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360" y="1356360"/>
            <a:ext cx="5780405" cy="2958465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bldLvl="0" animBg="1"/>
      <p:bldP spid="19" grpId="0" bldLvl="0" animBg="1"/>
      <p:bldP spid="20" grpId="0" bldLvl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AD2218-D929-41A1-9A96-21586A0BD13D}" type="slidenum">
              <a:rPr lang="zh-CN" altLang="en-US" smtClean="0"/>
            </a:fld>
            <a:endParaRPr lang="zh-CN" altLang="en-US" dirty="0"/>
          </a:p>
        </p:txBody>
      </p:sp>
      <p:sp>
        <p:nvSpPr>
          <p:cNvPr id="3" name="灯片编号占位符 1"/>
          <p:cNvSpPr txBox="1"/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6AD2218-D929-41A1-9A96-21586A0BD13D}" type="slidenum">
              <a:rPr lang="zh-CN" altLang="en-US" smtClean="0"/>
            </a:fld>
            <a:endParaRPr lang="zh-CN" altLang="en-US"/>
          </a:p>
        </p:txBody>
      </p:sp>
      <p:sp>
        <p:nvSpPr>
          <p:cNvPr id="4" name="灯片编号占位符 1"/>
          <p:cNvSpPr txBox="1"/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6AD2218-D929-41A1-9A96-21586A0BD13D}" type="slidenum">
              <a:rPr lang="zh-CN" altLang="en-US" smtClean="0"/>
            </a:fld>
            <a:endParaRPr lang="zh-CN" altLang="en-US"/>
          </a:p>
        </p:txBody>
      </p:sp>
      <p:sp>
        <p:nvSpPr>
          <p:cNvPr id="5" name="灯片编号占位符 1"/>
          <p:cNvSpPr txBox="1"/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6AD2218-D929-41A1-9A96-21586A0BD13D}" type="slidenum">
              <a:rPr lang="zh-CN" altLang="en-US" smtClean="0"/>
            </a:fld>
            <a:endParaRPr lang="zh-CN" altLang="en-US"/>
          </a:p>
        </p:txBody>
      </p:sp>
      <p:sp>
        <p:nvSpPr>
          <p:cNvPr id="6" name="灯片编号占位符 1"/>
          <p:cNvSpPr txBox="1"/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6AD2218-D929-41A1-9A96-21586A0BD13D}" type="slidenum">
              <a:rPr lang="zh-CN" altLang="en-US" smtClean="0"/>
            </a:fld>
            <a:endParaRPr lang="zh-CN" altLang="en-US"/>
          </a:p>
        </p:txBody>
      </p:sp>
      <p:sp>
        <p:nvSpPr>
          <p:cNvPr id="7" name="灯片编号占位符 1"/>
          <p:cNvSpPr txBox="1"/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6AD2218-D929-41A1-9A96-21586A0BD13D}" type="slidenum">
              <a:rPr lang="zh-CN" altLang="en-US" smtClean="0"/>
            </a:fld>
            <a:endParaRPr lang="zh-CN" altLang="en-US"/>
          </a:p>
        </p:txBody>
      </p:sp>
      <p:sp>
        <p:nvSpPr>
          <p:cNvPr id="8" name="灯片编号占位符 1"/>
          <p:cNvSpPr txBox="1"/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6AD2218-D929-41A1-9A96-21586A0BD13D}" type="slidenum">
              <a:rPr lang="zh-CN" altLang="en-US" smtClean="0"/>
            </a:fld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 rot="5400000">
            <a:off x="5993293" y="659296"/>
            <a:ext cx="205410" cy="121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Source Han Sans SC" panose="020B0500000000000000" pitchFamily="34" charset="-122"/>
              <a:ea typeface="Source Han Sans SC" panose="020B0500000000000000" pitchFamily="34" charset="-122"/>
              <a:sym typeface="Source Han Sans SC" panose="020B0500000000000000" pitchFamily="34" charset="-122"/>
            </a:endParaRPr>
          </a:p>
        </p:txBody>
      </p:sp>
      <p:sp>
        <p:nvSpPr>
          <p:cNvPr id="10" name="Freeform 56"/>
          <p:cNvSpPr/>
          <p:nvPr/>
        </p:nvSpPr>
        <p:spPr bwMode="auto">
          <a:xfrm>
            <a:off x="10621765" y="-9413"/>
            <a:ext cx="1568647" cy="1131310"/>
          </a:xfrm>
          <a:custGeom>
            <a:avLst/>
            <a:gdLst>
              <a:gd name="T0" fmla="*/ 279 w 1633"/>
              <a:gd name="T1" fmla="*/ 305 h 1179"/>
              <a:gd name="T2" fmla="*/ 1633 w 1633"/>
              <a:gd name="T3" fmla="*/ 1179 h 1179"/>
              <a:gd name="T4" fmla="*/ 1633 w 1633"/>
              <a:gd name="T5" fmla="*/ 0 h 1179"/>
              <a:gd name="T6" fmla="*/ 0 w 1633"/>
              <a:gd name="T7" fmla="*/ 0 h 1179"/>
              <a:gd name="T8" fmla="*/ 279 w 1633"/>
              <a:gd name="T9" fmla="*/ 305 h 117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633" h="1179">
                <a:moveTo>
                  <a:pt x="279" y="305"/>
                </a:moveTo>
                <a:cubicBezTo>
                  <a:pt x="686" y="520"/>
                  <a:pt x="1288" y="562"/>
                  <a:pt x="1633" y="1179"/>
                </a:cubicBezTo>
                <a:cubicBezTo>
                  <a:pt x="1633" y="0"/>
                  <a:pt x="1633" y="0"/>
                  <a:pt x="1633" y="0"/>
                </a:cubicBezTo>
                <a:cubicBezTo>
                  <a:pt x="0" y="0"/>
                  <a:pt x="0" y="0"/>
                  <a:pt x="0" y="0"/>
                </a:cubicBezTo>
                <a:cubicBezTo>
                  <a:pt x="22" y="97"/>
                  <a:pt x="95" y="207"/>
                  <a:pt x="279" y="305"/>
                </a:cubicBezTo>
                <a:close/>
              </a:path>
            </a:pathLst>
          </a:custGeom>
          <a:solidFill>
            <a:srgbClr val="002060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latin typeface="Source Han Sans SC" panose="020B0500000000000000" pitchFamily="34" charset="-122"/>
              <a:ea typeface="Source Han Sans SC" panose="020B0500000000000000" pitchFamily="34" charset="-122"/>
              <a:sym typeface="Source Han Sans SC" panose="020B0500000000000000" pitchFamily="34" charset="-122"/>
            </a:endParaRPr>
          </a:p>
        </p:txBody>
      </p:sp>
      <p:sp>
        <p:nvSpPr>
          <p:cNvPr id="12" name="灯片编号占位符 1"/>
          <p:cNvSpPr txBox="1"/>
          <p:nvPr/>
        </p:nvSpPr>
        <p:spPr>
          <a:xfrm>
            <a:off x="8731250" y="6371590"/>
            <a:ext cx="2622550" cy="34988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6AD2218-D929-41A1-9A96-21586A0BD13D}" type="slidenum">
              <a:rPr lang="zh-CN" altLang="en-US" smtClean="0"/>
            </a:fld>
            <a:endParaRPr lang="zh-CN" altLang="en-US"/>
          </a:p>
        </p:txBody>
      </p:sp>
      <p:sp>
        <p:nvSpPr>
          <p:cNvPr id="13" name="Title 1"/>
          <p:cNvSpPr txBox="1"/>
          <p:nvPr>
            <p:custDataLst>
              <p:tags r:id="rId1"/>
            </p:custDataLst>
          </p:nvPr>
        </p:nvSpPr>
        <p:spPr>
          <a:xfrm>
            <a:off x="857880" y="123478"/>
            <a:ext cx="3232906" cy="379477"/>
          </a:xfrm>
          <a:prstGeom prst="rect">
            <a:avLst/>
          </a:prstGeom>
        </p:spPr>
        <p:txBody>
          <a:bodyPr lIns="0" rIns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1800" b="1" dirty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第五章   事故发生的主要原因</a:t>
            </a:r>
            <a:endParaRPr lang="zh-CN" altLang="en-US" sz="1800" b="1" dirty="0">
              <a:solidFill>
                <a:schemeClr val="bg1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4" name="矩形 13"/>
          <p:cNvSpPr/>
          <p:nvPr/>
        </p:nvSpPr>
        <p:spPr>
          <a:xfrm rot="5400000">
            <a:off x="-143627" y="436925"/>
            <a:ext cx="842778" cy="5555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Source Han Sans SC" panose="020B0500000000000000" pitchFamily="34" charset="-122"/>
              <a:ea typeface="Source Han Sans SC" panose="020B0500000000000000" pitchFamily="34" charset="-122"/>
              <a:sym typeface="Source Han Sans SC" panose="020B0500000000000000" pitchFamily="3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645160" y="293370"/>
            <a:ext cx="32329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000000">
                    <a:lumMod val="75000"/>
                    <a:lumOff val="25000"/>
                  </a:srgbClr>
                </a:solidFill>
                <a:latin typeface="楷体" panose="02010609060101010101" charset="-122"/>
                <a:ea typeface="楷体" panose="02010609060101010101" charset="-122"/>
                <a:sym typeface="Source Han Sans SC" panose="020B0500000000000000" pitchFamily="34" charset="-122"/>
              </a:rPr>
              <a:t>系统实现</a:t>
            </a:r>
            <a:endParaRPr lang="zh-CN" altLang="en-US" sz="3600" b="1" dirty="0">
              <a:solidFill>
                <a:srgbClr val="000000">
                  <a:lumMod val="75000"/>
                  <a:lumOff val="25000"/>
                </a:srgbClr>
              </a:solidFill>
              <a:latin typeface="Source Han Sans SC" panose="020B0500000000000000" pitchFamily="34" charset="-122"/>
              <a:ea typeface="Source Han Sans SC" panose="020B0500000000000000" pitchFamily="34" charset="-122"/>
              <a:sym typeface="Source Han Sans SC" panose="020B0500000000000000" pitchFamily="34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682200" y="697651"/>
            <a:ext cx="4395470" cy="29273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20000"/>
              </a:lnSpc>
              <a:buClrTx/>
              <a:buSzTx/>
              <a:buFontTx/>
              <a:defRPr/>
            </a:pPr>
            <a:r>
              <a:rPr lang="en-US" altLang="zh-CN" dirty="0">
                <a:solidFill>
                  <a:srgbClr val="000000">
                    <a:lumMod val="75000"/>
                    <a:lumOff val="25000"/>
                  </a:srgbClr>
                </a:solidFill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  <a:sym typeface="+mn-lt"/>
              </a:rPr>
              <a:t>System implementation</a:t>
            </a:r>
            <a:endParaRPr lang="en-US" altLang="zh-CN" dirty="0">
              <a:solidFill>
                <a:srgbClr val="000000">
                  <a:lumMod val="75000"/>
                  <a:lumOff val="25000"/>
                </a:srgbClr>
              </a:solidFill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  <a:sym typeface="+mn-lt"/>
            </a:endParaRPr>
          </a:p>
        </p:txBody>
      </p:sp>
      <p:sp>
        <p:nvSpPr>
          <p:cNvPr id="21" name="Freeform 52"/>
          <p:cNvSpPr/>
          <p:nvPr/>
        </p:nvSpPr>
        <p:spPr bwMode="auto">
          <a:xfrm>
            <a:off x="645160" y="4744611"/>
            <a:ext cx="5389245" cy="468256"/>
          </a:xfrm>
          <a:custGeom>
            <a:avLst/>
            <a:gdLst>
              <a:gd name="T0" fmla="*/ 0 w 5311"/>
              <a:gd name="T1" fmla="*/ 4320 h 4320"/>
              <a:gd name="T2" fmla="*/ 5311 w 5311"/>
              <a:gd name="T3" fmla="*/ 4320 h 4320"/>
              <a:gd name="T4" fmla="*/ 3800 w 5311"/>
              <a:gd name="T5" fmla="*/ 1644 h 4320"/>
              <a:gd name="T6" fmla="*/ 2891 w 5311"/>
              <a:gd name="T7" fmla="*/ 0 h 4320"/>
              <a:gd name="T8" fmla="*/ 0 w 5311"/>
              <a:gd name="T9" fmla="*/ 0 h 4320"/>
              <a:gd name="T10" fmla="*/ 0 w 5311"/>
              <a:gd name="T11" fmla="*/ 4320 h 43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5311" h="4320">
                <a:moveTo>
                  <a:pt x="0" y="4320"/>
                </a:moveTo>
                <a:cubicBezTo>
                  <a:pt x="5311" y="4320"/>
                  <a:pt x="5311" y="4320"/>
                  <a:pt x="5311" y="4320"/>
                </a:cubicBezTo>
                <a:cubicBezTo>
                  <a:pt x="5281" y="3020"/>
                  <a:pt x="4789" y="2633"/>
                  <a:pt x="3800" y="1644"/>
                </a:cubicBezTo>
                <a:cubicBezTo>
                  <a:pt x="3028" y="873"/>
                  <a:pt x="2904" y="264"/>
                  <a:pt x="2891" y="0"/>
                </a:cubicBezTo>
                <a:cubicBezTo>
                  <a:pt x="0" y="0"/>
                  <a:pt x="0" y="0"/>
                  <a:pt x="0" y="0"/>
                </a:cubicBezTo>
                <a:lnTo>
                  <a:pt x="0" y="4320"/>
                </a:lnTo>
                <a:close/>
              </a:path>
            </a:pathLst>
          </a:custGeom>
          <a:solidFill>
            <a:schemeClr val="bg1">
              <a:lumMod val="95000"/>
              <a:alpha val="29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>
                <a:latin typeface="楷体" panose="02010609060101010101" charset="-122"/>
                <a:ea typeface="楷体" panose="02010609060101010101" charset="-122"/>
                <a:sym typeface="Source Han Sans SC" panose="020B0500000000000000" pitchFamily="34" charset="-122"/>
              </a:rPr>
              <a:t>租户</a:t>
            </a:r>
            <a:r>
              <a:rPr lang="zh-CN" altLang="en-US" dirty="0">
                <a:latin typeface="楷体" panose="02010609060101010101" charset="-122"/>
                <a:ea typeface="楷体" panose="02010609060101010101" charset="-122"/>
                <a:sym typeface="Source Han Sans SC" panose="020B0500000000000000" pitchFamily="34" charset="-122"/>
              </a:rPr>
              <a:t>管理界面</a:t>
            </a:r>
            <a:endParaRPr lang="zh-CN" altLang="en-US" dirty="0">
              <a:latin typeface="楷体" panose="02010609060101010101" charset="-122"/>
              <a:ea typeface="楷体" panose="02010609060101010101" charset="-122"/>
              <a:sym typeface="Source Han Sans SC" panose="020B0500000000000000" pitchFamily="34" charset="-122"/>
            </a:endParaRPr>
          </a:p>
        </p:txBody>
      </p:sp>
      <p:sp>
        <p:nvSpPr>
          <p:cNvPr id="22" name="Freeform 52"/>
          <p:cNvSpPr/>
          <p:nvPr/>
        </p:nvSpPr>
        <p:spPr bwMode="auto">
          <a:xfrm>
            <a:off x="645159" y="5295353"/>
            <a:ext cx="9995445" cy="821832"/>
          </a:xfrm>
          <a:custGeom>
            <a:avLst/>
            <a:gdLst>
              <a:gd name="T0" fmla="*/ 0 w 5311"/>
              <a:gd name="T1" fmla="*/ 4320 h 4320"/>
              <a:gd name="T2" fmla="*/ 5311 w 5311"/>
              <a:gd name="T3" fmla="*/ 4320 h 4320"/>
              <a:gd name="T4" fmla="*/ 3800 w 5311"/>
              <a:gd name="T5" fmla="*/ 1644 h 4320"/>
              <a:gd name="T6" fmla="*/ 2891 w 5311"/>
              <a:gd name="T7" fmla="*/ 0 h 4320"/>
              <a:gd name="T8" fmla="*/ 0 w 5311"/>
              <a:gd name="T9" fmla="*/ 0 h 4320"/>
              <a:gd name="T10" fmla="*/ 0 w 5311"/>
              <a:gd name="T11" fmla="*/ 4320 h 43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5311" h="4320">
                <a:moveTo>
                  <a:pt x="0" y="4320"/>
                </a:moveTo>
                <a:cubicBezTo>
                  <a:pt x="5311" y="4320"/>
                  <a:pt x="5311" y="4320"/>
                  <a:pt x="5311" y="4320"/>
                </a:cubicBezTo>
                <a:cubicBezTo>
                  <a:pt x="5281" y="3020"/>
                  <a:pt x="4789" y="2633"/>
                  <a:pt x="3800" y="1644"/>
                </a:cubicBezTo>
                <a:cubicBezTo>
                  <a:pt x="3028" y="873"/>
                  <a:pt x="2904" y="264"/>
                  <a:pt x="2891" y="0"/>
                </a:cubicBezTo>
                <a:cubicBezTo>
                  <a:pt x="0" y="0"/>
                  <a:pt x="0" y="0"/>
                  <a:pt x="0" y="0"/>
                </a:cubicBezTo>
                <a:lnTo>
                  <a:pt x="0" y="4320"/>
                </a:lnTo>
                <a:close/>
              </a:path>
            </a:pathLst>
          </a:custGeom>
          <a:solidFill>
            <a:schemeClr val="bg1">
              <a:lumMod val="95000"/>
              <a:alpha val="29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>
                <a:latin typeface="楷体" panose="02010609060101010101" charset="-122"/>
                <a:ea typeface="楷体" panose="02010609060101010101" charset="-122"/>
                <a:sym typeface="Source Han Sans SC" panose="020B0500000000000000" pitchFamily="34" charset="-122"/>
              </a:rPr>
              <a:t>新增租户弹窗，支持富文本框的形式上传</a:t>
            </a:r>
            <a:endParaRPr lang="zh-CN" altLang="en-US" dirty="0">
              <a:latin typeface="楷体" panose="02010609060101010101" charset="-122"/>
              <a:ea typeface="楷体" panose="02010609060101010101" charset="-122"/>
              <a:sym typeface="Source Han Sans SC" panose="020B0500000000000000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>
                <a:latin typeface="楷体" panose="02010609060101010101" charset="-122"/>
                <a:ea typeface="楷体" panose="02010609060101010101" charset="-122"/>
                <a:sym typeface="Source Han Sans SC" panose="020B0500000000000000" pitchFamily="34" charset="-122"/>
              </a:rPr>
              <a:t>搜索支持按租户名，联系人，联系电话模糊查询，重置可以重置搜索条件。</a:t>
            </a:r>
            <a:endParaRPr lang="zh-CN" altLang="en-US" dirty="0">
              <a:latin typeface="楷体" panose="02010609060101010101" charset="-122"/>
              <a:ea typeface="楷体" panose="02010609060101010101" charset="-122"/>
              <a:sym typeface="Source Han Sans SC" panose="020B0500000000000000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>
                <a:latin typeface="楷体" panose="02010609060101010101" charset="-122"/>
                <a:ea typeface="楷体" panose="02010609060101010101" charset="-122"/>
                <a:sym typeface="Source Han Sans SC" panose="020B0500000000000000" pitchFamily="34" charset="-122"/>
              </a:rPr>
              <a:t>导出按钮可以导出租户表格，显示所有租户的信息</a:t>
            </a:r>
            <a:endParaRPr lang="zh-CN" altLang="en-US" dirty="0">
              <a:latin typeface="楷体" panose="02010609060101010101" charset="-122"/>
              <a:ea typeface="楷体" panose="02010609060101010101" charset="-122"/>
              <a:sym typeface="Source Han Sans SC" panose="020B0500000000000000" pitchFamily="34" charset="-122"/>
            </a:endParaRPr>
          </a:p>
        </p:txBody>
      </p:sp>
      <p:sp>
        <p:nvSpPr>
          <p:cNvPr id="29" name="Freeform 2"/>
          <p:cNvSpPr/>
          <p:nvPr/>
        </p:nvSpPr>
        <p:spPr>
          <a:xfrm>
            <a:off x="8341359" y="1276978"/>
            <a:ext cx="4033521" cy="2569285"/>
          </a:xfrm>
          <a:custGeom>
            <a:avLst/>
            <a:gdLst/>
            <a:ahLst/>
            <a:cxnLst/>
            <a:rect l="l" t="t" r="r" b="b"/>
            <a:pathLst>
              <a:path w="8462963" h="5596012">
                <a:moveTo>
                  <a:pt x="0" y="0"/>
                </a:moveTo>
                <a:lnTo>
                  <a:pt x="8462962" y="0"/>
                </a:lnTo>
                <a:lnTo>
                  <a:pt x="8462962" y="5596012"/>
                </a:lnTo>
                <a:lnTo>
                  <a:pt x="0" y="55960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pic>
        <p:nvPicPr>
          <p:cNvPr id="-2147482556" name="图片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9810" y="1083310"/>
            <a:ext cx="6570345" cy="3578860"/>
          </a:xfrm>
          <a:prstGeom prst="rect">
            <a:avLst/>
          </a:prstGeom>
          <a:noFill/>
          <a:ln w="9525"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2"/>
          <p:cNvSpPr/>
          <p:nvPr/>
        </p:nvSpPr>
        <p:spPr>
          <a:xfrm>
            <a:off x="-416641" y="3961214"/>
            <a:ext cx="5356507" cy="3541913"/>
          </a:xfrm>
          <a:custGeom>
            <a:avLst/>
            <a:gdLst/>
            <a:ahLst/>
            <a:cxnLst/>
            <a:rect l="l" t="t" r="r" b="b"/>
            <a:pathLst>
              <a:path w="8462963" h="5596012">
                <a:moveTo>
                  <a:pt x="0" y="0"/>
                </a:moveTo>
                <a:lnTo>
                  <a:pt x="8462962" y="0"/>
                </a:lnTo>
                <a:lnTo>
                  <a:pt x="8462962" y="5596012"/>
                </a:lnTo>
                <a:lnTo>
                  <a:pt x="0" y="5596012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AD2218-D929-41A1-9A96-21586A0BD13D}" type="slidenum">
              <a:rPr lang="zh-CN" altLang="en-US" smtClean="0"/>
            </a:fld>
            <a:endParaRPr lang="zh-CN" altLang="en-US"/>
          </a:p>
        </p:txBody>
      </p:sp>
      <p:sp>
        <p:nvSpPr>
          <p:cNvPr id="4" name="灯片编号占位符 1"/>
          <p:cNvSpPr txBox="1"/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6AD2218-D929-41A1-9A96-21586A0BD13D}" type="slidenum">
              <a:rPr lang="zh-CN" altLang="en-US" smtClean="0"/>
            </a:fld>
            <a:endParaRPr lang="zh-CN" altLang="en-US"/>
          </a:p>
        </p:txBody>
      </p:sp>
      <p:sp>
        <p:nvSpPr>
          <p:cNvPr id="5" name="灯片编号占位符 1"/>
          <p:cNvSpPr txBox="1"/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6AD2218-D929-41A1-9A96-21586A0BD13D}" type="slidenum">
              <a:rPr lang="zh-CN" altLang="en-US" smtClean="0"/>
            </a:fld>
            <a:endParaRPr lang="zh-CN" altLang="en-US"/>
          </a:p>
        </p:txBody>
      </p:sp>
      <p:sp>
        <p:nvSpPr>
          <p:cNvPr id="6" name="灯片编号占位符 1"/>
          <p:cNvSpPr txBox="1"/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6AD2218-D929-41A1-9A96-21586A0BD13D}" type="slidenum">
              <a:rPr lang="zh-CN" altLang="en-US" smtClean="0"/>
            </a:fld>
            <a:endParaRPr lang="zh-CN" altLang="en-US"/>
          </a:p>
        </p:txBody>
      </p:sp>
      <p:sp>
        <p:nvSpPr>
          <p:cNvPr id="7" name="灯片编号占位符 1"/>
          <p:cNvSpPr txBox="1"/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6AD2218-D929-41A1-9A96-21586A0BD13D}" type="slidenum">
              <a:rPr lang="zh-CN" altLang="en-US" smtClean="0"/>
            </a:fld>
            <a:endParaRPr lang="zh-CN" altLang="en-US"/>
          </a:p>
        </p:txBody>
      </p:sp>
      <p:sp>
        <p:nvSpPr>
          <p:cNvPr id="8" name="灯片编号占位符 1"/>
          <p:cNvSpPr txBox="1"/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6AD2218-D929-41A1-9A96-21586A0BD13D}" type="slidenum">
              <a:rPr lang="zh-CN" altLang="en-US" smtClean="0"/>
            </a:fld>
            <a:endParaRPr lang="zh-CN" altLang="en-US"/>
          </a:p>
        </p:txBody>
      </p:sp>
      <p:sp>
        <p:nvSpPr>
          <p:cNvPr id="9" name="灯片编号占位符 1"/>
          <p:cNvSpPr txBox="1"/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6AD2218-D929-41A1-9A96-21586A0BD13D}" type="slidenum">
              <a:rPr lang="zh-CN" altLang="en-US" smtClean="0"/>
            </a:fld>
            <a:endParaRPr lang="zh-CN" altLang="en-US"/>
          </a:p>
        </p:txBody>
      </p:sp>
      <p:sp>
        <p:nvSpPr>
          <p:cNvPr id="10" name="灯片编号占位符 1"/>
          <p:cNvSpPr txBox="1"/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6AD2218-D929-41A1-9A96-21586A0BD13D}" type="slidenum">
              <a:rPr lang="zh-CN" altLang="en-US" smtClean="0"/>
            </a:fld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 rot="5400000">
            <a:off x="5993293" y="659296"/>
            <a:ext cx="205410" cy="121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Source Han Sans SC" panose="020B0500000000000000" pitchFamily="34" charset="-122"/>
              <a:ea typeface="Source Han Sans SC" panose="020B0500000000000000" pitchFamily="34" charset="-122"/>
              <a:sym typeface="Source Han Sans SC" panose="020B0500000000000000" pitchFamily="34" charset="-122"/>
            </a:endParaRPr>
          </a:p>
        </p:txBody>
      </p:sp>
      <p:sp>
        <p:nvSpPr>
          <p:cNvPr id="12" name="Freeform 56"/>
          <p:cNvSpPr/>
          <p:nvPr/>
        </p:nvSpPr>
        <p:spPr bwMode="auto">
          <a:xfrm>
            <a:off x="10621765" y="-9413"/>
            <a:ext cx="1568647" cy="1131310"/>
          </a:xfrm>
          <a:custGeom>
            <a:avLst/>
            <a:gdLst>
              <a:gd name="T0" fmla="*/ 279 w 1633"/>
              <a:gd name="T1" fmla="*/ 305 h 1179"/>
              <a:gd name="T2" fmla="*/ 1633 w 1633"/>
              <a:gd name="T3" fmla="*/ 1179 h 1179"/>
              <a:gd name="T4" fmla="*/ 1633 w 1633"/>
              <a:gd name="T5" fmla="*/ 0 h 1179"/>
              <a:gd name="T6" fmla="*/ 0 w 1633"/>
              <a:gd name="T7" fmla="*/ 0 h 1179"/>
              <a:gd name="T8" fmla="*/ 279 w 1633"/>
              <a:gd name="T9" fmla="*/ 305 h 117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633" h="1179">
                <a:moveTo>
                  <a:pt x="279" y="305"/>
                </a:moveTo>
                <a:cubicBezTo>
                  <a:pt x="686" y="520"/>
                  <a:pt x="1288" y="562"/>
                  <a:pt x="1633" y="1179"/>
                </a:cubicBezTo>
                <a:cubicBezTo>
                  <a:pt x="1633" y="0"/>
                  <a:pt x="1633" y="0"/>
                  <a:pt x="1633" y="0"/>
                </a:cubicBezTo>
                <a:cubicBezTo>
                  <a:pt x="0" y="0"/>
                  <a:pt x="0" y="0"/>
                  <a:pt x="0" y="0"/>
                </a:cubicBezTo>
                <a:cubicBezTo>
                  <a:pt x="22" y="97"/>
                  <a:pt x="95" y="207"/>
                  <a:pt x="279" y="305"/>
                </a:cubicBezTo>
                <a:close/>
              </a:path>
            </a:pathLst>
          </a:custGeom>
          <a:solidFill>
            <a:srgbClr val="002060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latin typeface="Source Han Sans SC" panose="020B0500000000000000" pitchFamily="34" charset="-122"/>
              <a:ea typeface="Source Han Sans SC" panose="020B0500000000000000" pitchFamily="34" charset="-122"/>
              <a:sym typeface="Source Han Sans SC" panose="020B0500000000000000" pitchFamily="34" charset="-122"/>
            </a:endParaRPr>
          </a:p>
        </p:txBody>
      </p:sp>
      <p:sp>
        <p:nvSpPr>
          <p:cNvPr id="14" name="灯片编号占位符 1"/>
          <p:cNvSpPr txBox="1"/>
          <p:nvPr/>
        </p:nvSpPr>
        <p:spPr>
          <a:xfrm>
            <a:off x="8731250" y="6371590"/>
            <a:ext cx="2622550" cy="34988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6AD2218-D929-41A1-9A96-21586A0BD13D}" type="slidenum">
              <a:rPr lang="zh-CN" altLang="en-US" smtClean="0"/>
            </a:fld>
            <a:endParaRPr lang="zh-CN" altLang="en-US"/>
          </a:p>
        </p:txBody>
      </p:sp>
      <p:sp>
        <p:nvSpPr>
          <p:cNvPr id="15" name="Title 1"/>
          <p:cNvSpPr txBox="1"/>
          <p:nvPr>
            <p:custDataLst>
              <p:tags r:id="rId3"/>
            </p:custDataLst>
          </p:nvPr>
        </p:nvSpPr>
        <p:spPr>
          <a:xfrm>
            <a:off x="857880" y="123478"/>
            <a:ext cx="3232906" cy="379477"/>
          </a:xfrm>
          <a:prstGeom prst="rect">
            <a:avLst/>
          </a:prstGeom>
        </p:spPr>
        <p:txBody>
          <a:bodyPr lIns="0" rIns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1800" b="1" dirty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第五章   事故发生的主要原因</a:t>
            </a:r>
            <a:endParaRPr lang="zh-CN" altLang="en-US" sz="1800" b="1" dirty="0">
              <a:solidFill>
                <a:schemeClr val="bg1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6" name="矩形 15"/>
          <p:cNvSpPr/>
          <p:nvPr/>
        </p:nvSpPr>
        <p:spPr>
          <a:xfrm rot="5400000">
            <a:off x="-143627" y="436925"/>
            <a:ext cx="842778" cy="5555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Source Han Sans SC" panose="020B0500000000000000" pitchFamily="34" charset="-122"/>
              <a:ea typeface="Source Han Sans SC" panose="020B0500000000000000" pitchFamily="34" charset="-122"/>
              <a:sym typeface="Source Han Sans SC" panose="020B0500000000000000" pitchFamily="34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645160" y="293370"/>
            <a:ext cx="32329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000000">
                    <a:lumMod val="75000"/>
                    <a:lumOff val="25000"/>
                  </a:srgbClr>
                </a:solidFill>
                <a:latin typeface="楷体" panose="02010609060101010101" charset="-122"/>
                <a:ea typeface="楷体" panose="02010609060101010101" charset="-122"/>
                <a:sym typeface="Source Han Sans SC" panose="020B0500000000000000" pitchFamily="34" charset="-122"/>
              </a:rPr>
              <a:t>系统实现</a:t>
            </a:r>
            <a:endParaRPr lang="zh-CN" altLang="en-US" sz="3600" b="1" dirty="0">
              <a:solidFill>
                <a:srgbClr val="000000">
                  <a:lumMod val="75000"/>
                  <a:lumOff val="25000"/>
                </a:srgbClr>
              </a:solidFill>
              <a:latin typeface="Source Han Sans SC" panose="020B0500000000000000" pitchFamily="34" charset="-122"/>
              <a:ea typeface="Source Han Sans SC" panose="020B0500000000000000" pitchFamily="34" charset="-122"/>
              <a:sym typeface="Source Han Sans SC" panose="020B0500000000000000" pitchFamily="34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682200" y="697651"/>
            <a:ext cx="4395470" cy="29273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20000"/>
              </a:lnSpc>
              <a:buClrTx/>
              <a:buSzTx/>
              <a:buFontTx/>
              <a:defRPr/>
            </a:pPr>
            <a:r>
              <a:rPr lang="en-US" altLang="zh-CN" dirty="0">
                <a:solidFill>
                  <a:srgbClr val="000000">
                    <a:lumMod val="75000"/>
                    <a:lumOff val="25000"/>
                  </a:srgbClr>
                </a:solidFill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  <a:sym typeface="+mn-lt"/>
              </a:rPr>
              <a:t>System implementation</a:t>
            </a:r>
            <a:endParaRPr lang="en-US" altLang="zh-CN" dirty="0">
              <a:solidFill>
                <a:srgbClr val="000000">
                  <a:lumMod val="75000"/>
                  <a:lumOff val="25000"/>
                </a:srgbClr>
              </a:solidFill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  <a:sym typeface="+mn-lt"/>
            </a:endParaRPr>
          </a:p>
        </p:txBody>
      </p:sp>
      <p:sp>
        <p:nvSpPr>
          <p:cNvPr id="19" name="Freeform 52"/>
          <p:cNvSpPr/>
          <p:nvPr/>
        </p:nvSpPr>
        <p:spPr bwMode="auto">
          <a:xfrm>
            <a:off x="6429686" y="1415914"/>
            <a:ext cx="5389245" cy="468256"/>
          </a:xfrm>
          <a:custGeom>
            <a:avLst/>
            <a:gdLst>
              <a:gd name="T0" fmla="*/ 0 w 5311"/>
              <a:gd name="T1" fmla="*/ 4320 h 4320"/>
              <a:gd name="T2" fmla="*/ 5311 w 5311"/>
              <a:gd name="T3" fmla="*/ 4320 h 4320"/>
              <a:gd name="T4" fmla="*/ 3800 w 5311"/>
              <a:gd name="T5" fmla="*/ 1644 h 4320"/>
              <a:gd name="T6" fmla="*/ 2891 w 5311"/>
              <a:gd name="T7" fmla="*/ 0 h 4320"/>
              <a:gd name="T8" fmla="*/ 0 w 5311"/>
              <a:gd name="T9" fmla="*/ 0 h 4320"/>
              <a:gd name="T10" fmla="*/ 0 w 5311"/>
              <a:gd name="T11" fmla="*/ 4320 h 43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5311" h="4320">
                <a:moveTo>
                  <a:pt x="0" y="4320"/>
                </a:moveTo>
                <a:cubicBezTo>
                  <a:pt x="5311" y="4320"/>
                  <a:pt x="5311" y="4320"/>
                  <a:pt x="5311" y="4320"/>
                </a:cubicBezTo>
                <a:cubicBezTo>
                  <a:pt x="5281" y="3020"/>
                  <a:pt x="4789" y="2633"/>
                  <a:pt x="3800" y="1644"/>
                </a:cubicBezTo>
                <a:cubicBezTo>
                  <a:pt x="3028" y="873"/>
                  <a:pt x="2904" y="264"/>
                  <a:pt x="2891" y="0"/>
                </a:cubicBezTo>
                <a:cubicBezTo>
                  <a:pt x="0" y="0"/>
                  <a:pt x="0" y="0"/>
                  <a:pt x="0" y="0"/>
                </a:cubicBezTo>
                <a:lnTo>
                  <a:pt x="0" y="4320"/>
                </a:lnTo>
                <a:close/>
              </a:path>
            </a:pathLst>
          </a:custGeom>
          <a:solidFill>
            <a:schemeClr val="bg1">
              <a:lumMod val="95000"/>
              <a:alpha val="29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>
                <a:latin typeface="楷体" panose="02010609060101010101" charset="-122"/>
                <a:ea typeface="楷体" panose="02010609060101010101" charset="-122"/>
                <a:sym typeface="Source Han Sans SC" panose="020B0500000000000000" pitchFamily="34" charset="-122"/>
              </a:rPr>
              <a:t>会议</a:t>
            </a:r>
            <a:r>
              <a:rPr lang="zh-CN" altLang="en-US" dirty="0">
                <a:latin typeface="楷体" panose="02010609060101010101" charset="-122"/>
                <a:ea typeface="楷体" panose="02010609060101010101" charset="-122"/>
                <a:sym typeface="Source Han Sans SC" panose="020B0500000000000000" pitchFamily="34" charset="-122"/>
              </a:rPr>
              <a:t>管理界面</a:t>
            </a:r>
            <a:endParaRPr lang="zh-CN" altLang="en-US" dirty="0">
              <a:latin typeface="楷体" panose="02010609060101010101" charset="-122"/>
              <a:ea typeface="楷体" panose="02010609060101010101" charset="-122"/>
              <a:sym typeface="Source Han Sans SC" panose="020B0500000000000000" pitchFamily="34" charset="-122"/>
            </a:endParaRPr>
          </a:p>
        </p:txBody>
      </p:sp>
      <p:sp>
        <p:nvSpPr>
          <p:cNvPr id="20" name="Freeform 52"/>
          <p:cNvSpPr/>
          <p:nvPr/>
        </p:nvSpPr>
        <p:spPr bwMode="auto">
          <a:xfrm>
            <a:off x="6429684" y="1982065"/>
            <a:ext cx="5389245" cy="821832"/>
          </a:xfrm>
          <a:custGeom>
            <a:avLst/>
            <a:gdLst>
              <a:gd name="T0" fmla="*/ 0 w 5311"/>
              <a:gd name="T1" fmla="*/ 4320 h 4320"/>
              <a:gd name="T2" fmla="*/ 5311 w 5311"/>
              <a:gd name="T3" fmla="*/ 4320 h 4320"/>
              <a:gd name="T4" fmla="*/ 3800 w 5311"/>
              <a:gd name="T5" fmla="*/ 1644 h 4320"/>
              <a:gd name="T6" fmla="*/ 2891 w 5311"/>
              <a:gd name="T7" fmla="*/ 0 h 4320"/>
              <a:gd name="T8" fmla="*/ 0 w 5311"/>
              <a:gd name="T9" fmla="*/ 0 h 4320"/>
              <a:gd name="T10" fmla="*/ 0 w 5311"/>
              <a:gd name="T11" fmla="*/ 4320 h 43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5311" h="4320">
                <a:moveTo>
                  <a:pt x="0" y="4320"/>
                </a:moveTo>
                <a:cubicBezTo>
                  <a:pt x="5311" y="4320"/>
                  <a:pt x="5311" y="4320"/>
                  <a:pt x="5311" y="4320"/>
                </a:cubicBezTo>
                <a:cubicBezTo>
                  <a:pt x="5281" y="3020"/>
                  <a:pt x="4789" y="2633"/>
                  <a:pt x="3800" y="1644"/>
                </a:cubicBezTo>
                <a:cubicBezTo>
                  <a:pt x="3028" y="873"/>
                  <a:pt x="2904" y="264"/>
                  <a:pt x="2891" y="0"/>
                </a:cubicBezTo>
                <a:cubicBezTo>
                  <a:pt x="0" y="0"/>
                  <a:pt x="0" y="0"/>
                  <a:pt x="0" y="0"/>
                </a:cubicBezTo>
                <a:lnTo>
                  <a:pt x="0" y="4320"/>
                </a:lnTo>
                <a:close/>
              </a:path>
            </a:pathLst>
          </a:custGeom>
          <a:solidFill>
            <a:schemeClr val="bg1">
              <a:lumMod val="95000"/>
              <a:alpha val="29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dirty="0">
                <a:latin typeface="楷体" panose="02010609060101010101" charset="-122"/>
                <a:ea typeface="楷体" panose="02010609060101010101" charset="-122"/>
                <a:sym typeface="Source Han Sans SC" panose="020B0500000000000000" pitchFamily="34" charset="-122"/>
              </a:rPr>
              <a:t>新增会议，采用富文本框的形式</a:t>
            </a:r>
            <a:endParaRPr dirty="0">
              <a:latin typeface="楷体" panose="02010609060101010101" charset="-122"/>
              <a:ea typeface="楷体" panose="02010609060101010101" charset="-122"/>
              <a:sym typeface="Source Han Sans SC" panose="020B0500000000000000" pitchFamily="34" charset="-122"/>
            </a:endParaRPr>
          </a:p>
        </p:txBody>
      </p:sp>
      <p:sp>
        <p:nvSpPr>
          <p:cNvPr id="21" name="Freeform 52"/>
          <p:cNvSpPr/>
          <p:nvPr/>
        </p:nvSpPr>
        <p:spPr bwMode="auto">
          <a:xfrm>
            <a:off x="6429684" y="2592528"/>
            <a:ext cx="5389245" cy="468256"/>
          </a:xfrm>
          <a:custGeom>
            <a:avLst/>
            <a:gdLst>
              <a:gd name="T0" fmla="*/ 0 w 5311"/>
              <a:gd name="T1" fmla="*/ 4320 h 4320"/>
              <a:gd name="T2" fmla="*/ 5311 w 5311"/>
              <a:gd name="T3" fmla="*/ 4320 h 4320"/>
              <a:gd name="T4" fmla="*/ 3800 w 5311"/>
              <a:gd name="T5" fmla="*/ 1644 h 4320"/>
              <a:gd name="T6" fmla="*/ 2891 w 5311"/>
              <a:gd name="T7" fmla="*/ 0 h 4320"/>
              <a:gd name="T8" fmla="*/ 0 w 5311"/>
              <a:gd name="T9" fmla="*/ 0 h 4320"/>
              <a:gd name="T10" fmla="*/ 0 w 5311"/>
              <a:gd name="T11" fmla="*/ 4320 h 43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5311" h="4320">
                <a:moveTo>
                  <a:pt x="0" y="4320"/>
                </a:moveTo>
                <a:cubicBezTo>
                  <a:pt x="5311" y="4320"/>
                  <a:pt x="5311" y="4320"/>
                  <a:pt x="5311" y="4320"/>
                </a:cubicBezTo>
                <a:cubicBezTo>
                  <a:pt x="5281" y="3020"/>
                  <a:pt x="4789" y="2633"/>
                  <a:pt x="3800" y="1644"/>
                </a:cubicBezTo>
                <a:cubicBezTo>
                  <a:pt x="3028" y="873"/>
                  <a:pt x="2904" y="264"/>
                  <a:pt x="2891" y="0"/>
                </a:cubicBezTo>
                <a:cubicBezTo>
                  <a:pt x="0" y="0"/>
                  <a:pt x="0" y="0"/>
                  <a:pt x="0" y="0"/>
                </a:cubicBezTo>
                <a:lnTo>
                  <a:pt x="0" y="4320"/>
                </a:lnTo>
                <a:close/>
              </a:path>
            </a:pathLst>
          </a:custGeom>
          <a:solidFill>
            <a:schemeClr val="bg1">
              <a:lumMod val="95000"/>
              <a:alpha val="29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>
                <a:latin typeface="楷体" panose="02010609060101010101" charset="-122"/>
                <a:ea typeface="楷体" panose="02010609060101010101" charset="-122"/>
                <a:sym typeface="Source Han Sans SC" panose="020B0500000000000000" pitchFamily="34" charset="-122"/>
              </a:rPr>
              <a:t>导出表格</a:t>
            </a:r>
            <a:endParaRPr lang="zh-CN" altLang="en-US" dirty="0">
              <a:latin typeface="楷体" panose="02010609060101010101" charset="-122"/>
              <a:ea typeface="楷体" panose="02010609060101010101" charset="-122"/>
              <a:sym typeface="Source Han Sans SC" panose="020B0500000000000000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CN" altLang="en-US" dirty="0">
              <a:latin typeface="楷体" panose="02010609060101010101" charset="-122"/>
              <a:ea typeface="楷体" panose="02010609060101010101" charset="-122"/>
              <a:sym typeface="Source Han Sans SC" panose="020B0500000000000000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>
                <a:latin typeface="楷体" panose="02010609060101010101" charset="-122"/>
                <a:ea typeface="楷体" panose="02010609060101010101" charset="-122"/>
                <a:sym typeface="Source Han Sans SC" panose="020B0500000000000000" pitchFamily="34" charset="-122"/>
              </a:rPr>
              <a:t>搜索会议支持按名称，创建人，开始时间做模糊查询</a:t>
            </a:r>
            <a:endParaRPr lang="zh-CN" altLang="en-US" dirty="0">
              <a:latin typeface="楷体" panose="02010609060101010101" charset="-122"/>
              <a:ea typeface="楷体" panose="02010609060101010101" charset="-122"/>
              <a:sym typeface="Source Han Sans SC" panose="020B0500000000000000" pitchFamily="34" charset="-122"/>
            </a:endParaRPr>
          </a:p>
        </p:txBody>
      </p:sp>
      <p:sp>
        <p:nvSpPr>
          <p:cNvPr id="23" name="Freeform 31"/>
          <p:cNvSpPr/>
          <p:nvPr/>
        </p:nvSpPr>
        <p:spPr>
          <a:xfrm>
            <a:off x="7591606" y="4215594"/>
            <a:ext cx="3164460" cy="2456637"/>
          </a:xfrm>
          <a:custGeom>
            <a:avLst/>
            <a:gdLst/>
            <a:ahLst/>
            <a:cxnLst/>
            <a:rect l="l" t="t" r="r" b="b"/>
            <a:pathLst>
              <a:path w="5342398" h="3871241">
                <a:moveTo>
                  <a:pt x="0" y="0"/>
                </a:moveTo>
                <a:lnTo>
                  <a:pt x="5342398" y="0"/>
                </a:lnTo>
                <a:lnTo>
                  <a:pt x="5342398" y="3871241"/>
                </a:lnTo>
                <a:lnTo>
                  <a:pt x="0" y="387124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4769" b="-4769"/>
            </a:stretch>
          </a:blipFill>
        </p:spPr>
      </p:sp>
      <p:pic>
        <p:nvPicPr>
          <p:cNvPr id="-2147482539" name="图片 -214748254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1465" y="1416050"/>
            <a:ext cx="6187440" cy="3053715"/>
          </a:xfrm>
          <a:prstGeom prst="rect">
            <a:avLst/>
          </a:prstGeom>
          <a:noFill/>
          <a:ln w="9525"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AD2218-D929-41A1-9A96-21586A0BD13D}" type="slidenum">
              <a:rPr lang="zh-CN" altLang="en-US" smtClean="0"/>
            </a:fld>
            <a:endParaRPr lang="zh-CN" altLang="en-US"/>
          </a:p>
        </p:txBody>
      </p:sp>
      <p:sp>
        <p:nvSpPr>
          <p:cNvPr id="3" name="灯片编号占位符 1"/>
          <p:cNvSpPr txBox="1"/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6AD2218-D929-41A1-9A96-21586A0BD13D}" type="slidenum">
              <a:rPr lang="zh-CN" altLang="en-US" smtClean="0"/>
            </a:fld>
            <a:endParaRPr lang="zh-CN" altLang="en-US"/>
          </a:p>
        </p:txBody>
      </p:sp>
      <p:sp>
        <p:nvSpPr>
          <p:cNvPr id="4" name="灯片编号占位符 1"/>
          <p:cNvSpPr txBox="1"/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6AD2218-D929-41A1-9A96-21586A0BD13D}" type="slidenum">
              <a:rPr lang="zh-CN" altLang="en-US" smtClean="0"/>
            </a:fld>
            <a:endParaRPr lang="zh-CN" altLang="en-US"/>
          </a:p>
        </p:txBody>
      </p:sp>
      <p:sp>
        <p:nvSpPr>
          <p:cNvPr id="5" name="灯片编号占位符 1"/>
          <p:cNvSpPr txBox="1"/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6AD2218-D929-41A1-9A96-21586A0BD13D}" type="slidenum">
              <a:rPr lang="zh-CN" altLang="en-US" smtClean="0"/>
            </a:fld>
            <a:endParaRPr lang="zh-CN" altLang="en-US"/>
          </a:p>
        </p:txBody>
      </p:sp>
      <p:sp>
        <p:nvSpPr>
          <p:cNvPr id="6" name="灯片编号占位符 1"/>
          <p:cNvSpPr txBox="1"/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6AD2218-D929-41A1-9A96-21586A0BD13D}" type="slidenum">
              <a:rPr lang="zh-CN" altLang="en-US" smtClean="0"/>
            </a:fld>
            <a:endParaRPr lang="zh-CN" altLang="en-US"/>
          </a:p>
        </p:txBody>
      </p:sp>
      <p:sp>
        <p:nvSpPr>
          <p:cNvPr id="7" name="灯片编号占位符 1"/>
          <p:cNvSpPr txBox="1"/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6AD2218-D929-41A1-9A96-21586A0BD13D}" type="slidenum">
              <a:rPr lang="zh-CN" altLang="en-US" smtClean="0"/>
            </a:fld>
            <a:endParaRPr lang="zh-CN" altLang="en-US"/>
          </a:p>
        </p:txBody>
      </p:sp>
      <p:sp>
        <p:nvSpPr>
          <p:cNvPr id="8" name="灯片编号占位符 1"/>
          <p:cNvSpPr txBox="1"/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6AD2218-D929-41A1-9A96-21586A0BD13D}" type="slidenum">
              <a:rPr lang="zh-CN" altLang="en-US" smtClean="0"/>
            </a:fld>
            <a:endParaRPr lang="zh-CN" altLang="en-US"/>
          </a:p>
        </p:txBody>
      </p:sp>
      <p:sp>
        <p:nvSpPr>
          <p:cNvPr id="9" name="灯片编号占位符 1"/>
          <p:cNvSpPr txBox="1"/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6AD2218-D929-41A1-9A96-21586A0BD13D}" type="slidenum">
              <a:rPr lang="zh-CN" altLang="en-US" smtClean="0"/>
            </a:fld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 rot="5400000">
            <a:off x="5993293" y="659296"/>
            <a:ext cx="205410" cy="121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Source Han Sans SC" panose="020B0500000000000000" pitchFamily="34" charset="-122"/>
              <a:ea typeface="Source Han Sans SC" panose="020B0500000000000000" pitchFamily="34" charset="-122"/>
              <a:sym typeface="Source Han Sans SC" panose="020B0500000000000000" pitchFamily="34" charset="-122"/>
            </a:endParaRPr>
          </a:p>
        </p:txBody>
      </p:sp>
      <p:sp>
        <p:nvSpPr>
          <p:cNvPr id="11" name="Freeform 56"/>
          <p:cNvSpPr/>
          <p:nvPr/>
        </p:nvSpPr>
        <p:spPr bwMode="auto">
          <a:xfrm>
            <a:off x="10621765" y="-9413"/>
            <a:ext cx="1568647" cy="1131310"/>
          </a:xfrm>
          <a:custGeom>
            <a:avLst/>
            <a:gdLst>
              <a:gd name="T0" fmla="*/ 279 w 1633"/>
              <a:gd name="T1" fmla="*/ 305 h 1179"/>
              <a:gd name="T2" fmla="*/ 1633 w 1633"/>
              <a:gd name="T3" fmla="*/ 1179 h 1179"/>
              <a:gd name="T4" fmla="*/ 1633 w 1633"/>
              <a:gd name="T5" fmla="*/ 0 h 1179"/>
              <a:gd name="T6" fmla="*/ 0 w 1633"/>
              <a:gd name="T7" fmla="*/ 0 h 1179"/>
              <a:gd name="T8" fmla="*/ 279 w 1633"/>
              <a:gd name="T9" fmla="*/ 305 h 117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633" h="1179">
                <a:moveTo>
                  <a:pt x="279" y="305"/>
                </a:moveTo>
                <a:cubicBezTo>
                  <a:pt x="686" y="520"/>
                  <a:pt x="1288" y="562"/>
                  <a:pt x="1633" y="1179"/>
                </a:cubicBezTo>
                <a:cubicBezTo>
                  <a:pt x="1633" y="0"/>
                  <a:pt x="1633" y="0"/>
                  <a:pt x="1633" y="0"/>
                </a:cubicBezTo>
                <a:cubicBezTo>
                  <a:pt x="0" y="0"/>
                  <a:pt x="0" y="0"/>
                  <a:pt x="0" y="0"/>
                </a:cubicBezTo>
                <a:cubicBezTo>
                  <a:pt x="22" y="97"/>
                  <a:pt x="95" y="207"/>
                  <a:pt x="279" y="305"/>
                </a:cubicBezTo>
                <a:close/>
              </a:path>
            </a:pathLst>
          </a:custGeom>
          <a:solidFill>
            <a:srgbClr val="002060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latin typeface="Source Han Sans SC" panose="020B0500000000000000" pitchFamily="34" charset="-122"/>
              <a:ea typeface="Source Han Sans SC" panose="020B0500000000000000" pitchFamily="34" charset="-122"/>
              <a:sym typeface="Source Han Sans SC" panose="020B0500000000000000" pitchFamily="34" charset="-122"/>
            </a:endParaRPr>
          </a:p>
        </p:txBody>
      </p:sp>
      <p:sp>
        <p:nvSpPr>
          <p:cNvPr id="13" name="灯片编号占位符 1"/>
          <p:cNvSpPr txBox="1"/>
          <p:nvPr/>
        </p:nvSpPr>
        <p:spPr>
          <a:xfrm>
            <a:off x="8731250" y="6371590"/>
            <a:ext cx="2622550" cy="34988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6AD2218-D929-41A1-9A96-21586A0BD13D}" type="slidenum">
              <a:rPr lang="zh-CN" altLang="en-US" smtClean="0"/>
            </a:fld>
            <a:endParaRPr lang="zh-CN" altLang="en-US"/>
          </a:p>
        </p:txBody>
      </p:sp>
      <p:sp>
        <p:nvSpPr>
          <p:cNvPr id="14" name="Title 1"/>
          <p:cNvSpPr txBox="1"/>
          <p:nvPr>
            <p:custDataLst>
              <p:tags r:id="rId1"/>
            </p:custDataLst>
          </p:nvPr>
        </p:nvSpPr>
        <p:spPr>
          <a:xfrm>
            <a:off x="857880" y="123478"/>
            <a:ext cx="3232906" cy="379477"/>
          </a:xfrm>
          <a:prstGeom prst="rect">
            <a:avLst/>
          </a:prstGeom>
        </p:spPr>
        <p:txBody>
          <a:bodyPr lIns="0" rIns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1800" b="1" dirty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第五章   事故发生的主要原因</a:t>
            </a:r>
            <a:endParaRPr lang="zh-CN" altLang="en-US" sz="1800" b="1" dirty="0">
              <a:solidFill>
                <a:schemeClr val="bg1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5" name="矩形 14"/>
          <p:cNvSpPr/>
          <p:nvPr/>
        </p:nvSpPr>
        <p:spPr>
          <a:xfrm rot="5400000">
            <a:off x="-143627" y="436925"/>
            <a:ext cx="842778" cy="5555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Source Han Sans SC" panose="020B0500000000000000" pitchFamily="34" charset="-122"/>
              <a:ea typeface="Source Han Sans SC" panose="020B0500000000000000" pitchFamily="34" charset="-122"/>
              <a:sym typeface="Source Han Sans SC" panose="020B0500000000000000" pitchFamily="34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645160" y="293370"/>
            <a:ext cx="32329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000000">
                    <a:lumMod val="75000"/>
                    <a:lumOff val="25000"/>
                  </a:srgbClr>
                </a:solidFill>
                <a:latin typeface="楷体" panose="02010609060101010101" charset="-122"/>
                <a:ea typeface="楷体" panose="02010609060101010101" charset="-122"/>
                <a:sym typeface="Source Han Sans SC" panose="020B0500000000000000" pitchFamily="34" charset="-122"/>
              </a:rPr>
              <a:t>系统实现</a:t>
            </a:r>
            <a:endParaRPr lang="zh-CN" altLang="en-US" sz="3600" b="1" dirty="0">
              <a:solidFill>
                <a:srgbClr val="000000">
                  <a:lumMod val="75000"/>
                  <a:lumOff val="25000"/>
                </a:srgbClr>
              </a:solidFill>
              <a:latin typeface="Source Han Sans SC" panose="020B0500000000000000" pitchFamily="34" charset="-122"/>
              <a:ea typeface="Source Han Sans SC" panose="020B0500000000000000" pitchFamily="34" charset="-122"/>
              <a:sym typeface="Source Han Sans SC" panose="020B0500000000000000" pitchFamily="34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682200" y="697651"/>
            <a:ext cx="4395470" cy="29273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20000"/>
              </a:lnSpc>
              <a:buClrTx/>
              <a:buSzTx/>
              <a:buFontTx/>
              <a:defRPr/>
            </a:pPr>
            <a:r>
              <a:rPr lang="en-US" altLang="zh-CN" dirty="0">
                <a:solidFill>
                  <a:srgbClr val="000000">
                    <a:lumMod val="75000"/>
                    <a:lumOff val="25000"/>
                  </a:srgbClr>
                </a:solidFill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  <a:sym typeface="+mn-lt"/>
              </a:rPr>
              <a:t>System implementation</a:t>
            </a:r>
            <a:endParaRPr lang="en-US" altLang="zh-CN" dirty="0">
              <a:solidFill>
                <a:srgbClr val="000000">
                  <a:lumMod val="75000"/>
                  <a:lumOff val="25000"/>
                </a:srgbClr>
              </a:solidFill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  <a:sym typeface="+mn-lt"/>
            </a:endParaRPr>
          </a:p>
        </p:txBody>
      </p:sp>
      <p:sp>
        <p:nvSpPr>
          <p:cNvPr id="20" name="Freeform 52"/>
          <p:cNvSpPr/>
          <p:nvPr/>
        </p:nvSpPr>
        <p:spPr bwMode="auto">
          <a:xfrm>
            <a:off x="555526" y="4257455"/>
            <a:ext cx="5389245" cy="468256"/>
          </a:xfrm>
          <a:custGeom>
            <a:avLst/>
            <a:gdLst>
              <a:gd name="T0" fmla="*/ 0 w 5311"/>
              <a:gd name="T1" fmla="*/ 4320 h 4320"/>
              <a:gd name="T2" fmla="*/ 5311 w 5311"/>
              <a:gd name="T3" fmla="*/ 4320 h 4320"/>
              <a:gd name="T4" fmla="*/ 3800 w 5311"/>
              <a:gd name="T5" fmla="*/ 1644 h 4320"/>
              <a:gd name="T6" fmla="*/ 2891 w 5311"/>
              <a:gd name="T7" fmla="*/ 0 h 4320"/>
              <a:gd name="T8" fmla="*/ 0 w 5311"/>
              <a:gd name="T9" fmla="*/ 0 h 4320"/>
              <a:gd name="T10" fmla="*/ 0 w 5311"/>
              <a:gd name="T11" fmla="*/ 4320 h 43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5311" h="4320">
                <a:moveTo>
                  <a:pt x="0" y="4320"/>
                </a:moveTo>
                <a:cubicBezTo>
                  <a:pt x="5311" y="4320"/>
                  <a:pt x="5311" y="4320"/>
                  <a:pt x="5311" y="4320"/>
                </a:cubicBezTo>
                <a:cubicBezTo>
                  <a:pt x="5281" y="3020"/>
                  <a:pt x="4789" y="2633"/>
                  <a:pt x="3800" y="1644"/>
                </a:cubicBezTo>
                <a:cubicBezTo>
                  <a:pt x="3028" y="873"/>
                  <a:pt x="2904" y="264"/>
                  <a:pt x="2891" y="0"/>
                </a:cubicBezTo>
                <a:cubicBezTo>
                  <a:pt x="0" y="0"/>
                  <a:pt x="0" y="0"/>
                  <a:pt x="0" y="0"/>
                </a:cubicBezTo>
                <a:lnTo>
                  <a:pt x="0" y="4320"/>
                </a:lnTo>
                <a:close/>
              </a:path>
            </a:pathLst>
          </a:custGeom>
          <a:solidFill>
            <a:schemeClr val="bg1">
              <a:lumMod val="95000"/>
              <a:alpha val="29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>
                <a:latin typeface="楷体" panose="02010609060101010101" charset="-122"/>
                <a:ea typeface="楷体" panose="02010609060101010101" charset="-122"/>
                <a:sym typeface="Source Han Sans SC" panose="020B0500000000000000" pitchFamily="34" charset="-122"/>
              </a:rPr>
              <a:t>课程</a:t>
            </a:r>
            <a:r>
              <a:rPr lang="zh-CN" altLang="en-US" dirty="0">
                <a:latin typeface="楷体" panose="02010609060101010101" charset="-122"/>
                <a:ea typeface="楷体" panose="02010609060101010101" charset="-122"/>
                <a:sym typeface="Source Han Sans SC" panose="020B0500000000000000" pitchFamily="34" charset="-122"/>
              </a:rPr>
              <a:t>管理界面</a:t>
            </a:r>
            <a:endParaRPr lang="zh-CN" altLang="en-US" dirty="0">
              <a:latin typeface="楷体" panose="02010609060101010101" charset="-122"/>
              <a:ea typeface="楷体" panose="02010609060101010101" charset="-122"/>
              <a:sym typeface="Source Han Sans SC" panose="020B0500000000000000" pitchFamily="34" charset="-122"/>
            </a:endParaRPr>
          </a:p>
        </p:txBody>
      </p:sp>
      <p:sp>
        <p:nvSpPr>
          <p:cNvPr id="21" name="Freeform 52"/>
          <p:cNvSpPr/>
          <p:nvPr/>
        </p:nvSpPr>
        <p:spPr bwMode="auto">
          <a:xfrm>
            <a:off x="555524" y="4725711"/>
            <a:ext cx="4785403" cy="821832"/>
          </a:xfrm>
          <a:custGeom>
            <a:avLst/>
            <a:gdLst>
              <a:gd name="T0" fmla="*/ 0 w 5311"/>
              <a:gd name="T1" fmla="*/ 4320 h 4320"/>
              <a:gd name="T2" fmla="*/ 5311 w 5311"/>
              <a:gd name="T3" fmla="*/ 4320 h 4320"/>
              <a:gd name="T4" fmla="*/ 3800 w 5311"/>
              <a:gd name="T5" fmla="*/ 1644 h 4320"/>
              <a:gd name="T6" fmla="*/ 2891 w 5311"/>
              <a:gd name="T7" fmla="*/ 0 h 4320"/>
              <a:gd name="T8" fmla="*/ 0 w 5311"/>
              <a:gd name="T9" fmla="*/ 0 h 4320"/>
              <a:gd name="T10" fmla="*/ 0 w 5311"/>
              <a:gd name="T11" fmla="*/ 4320 h 43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5311" h="4320">
                <a:moveTo>
                  <a:pt x="0" y="4320"/>
                </a:moveTo>
                <a:cubicBezTo>
                  <a:pt x="5311" y="4320"/>
                  <a:pt x="5311" y="4320"/>
                  <a:pt x="5311" y="4320"/>
                </a:cubicBezTo>
                <a:cubicBezTo>
                  <a:pt x="5281" y="3020"/>
                  <a:pt x="4789" y="2633"/>
                  <a:pt x="3800" y="1644"/>
                </a:cubicBezTo>
                <a:cubicBezTo>
                  <a:pt x="3028" y="873"/>
                  <a:pt x="2904" y="264"/>
                  <a:pt x="2891" y="0"/>
                </a:cubicBezTo>
                <a:cubicBezTo>
                  <a:pt x="0" y="0"/>
                  <a:pt x="0" y="0"/>
                  <a:pt x="0" y="0"/>
                </a:cubicBezTo>
                <a:lnTo>
                  <a:pt x="0" y="4320"/>
                </a:lnTo>
                <a:close/>
              </a:path>
            </a:pathLst>
          </a:custGeom>
          <a:solidFill>
            <a:schemeClr val="bg1">
              <a:lumMod val="95000"/>
              <a:alpha val="29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>
                <a:latin typeface="楷体" panose="02010609060101010101" charset="-122"/>
                <a:ea typeface="楷体" panose="02010609060101010101" charset="-122"/>
              </a:rPr>
              <a:t>导入</a:t>
            </a:r>
            <a:r>
              <a:rPr lang="zh-CN" altLang="en-US" dirty="0">
                <a:latin typeface="楷体" panose="02010609060101010101" charset="-122"/>
                <a:ea typeface="楷体" panose="02010609060101010101" charset="-122"/>
              </a:rPr>
              <a:t>导出</a:t>
            </a:r>
            <a:endParaRPr lang="zh-CN" altLang="en-US" dirty="0"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22" name="Freeform 52"/>
          <p:cNvSpPr/>
          <p:nvPr/>
        </p:nvSpPr>
        <p:spPr bwMode="auto">
          <a:xfrm>
            <a:off x="540573" y="5302090"/>
            <a:ext cx="4671103" cy="468256"/>
          </a:xfrm>
          <a:custGeom>
            <a:avLst/>
            <a:gdLst>
              <a:gd name="T0" fmla="*/ 0 w 5311"/>
              <a:gd name="T1" fmla="*/ 4320 h 4320"/>
              <a:gd name="T2" fmla="*/ 5311 w 5311"/>
              <a:gd name="T3" fmla="*/ 4320 h 4320"/>
              <a:gd name="T4" fmla="*/ 3800 w 5311"/>
              <a:gd name="T5" fmla="*/ 1644 h 4320"/>
              <a:gd name="T6" fmla="*/ 2891 w 5311"/>
              <a:gd name="T7" fmla="*/ 0 h 4320"/>
              <a:gd name="T8" fmla="*/ 0 w 5311"/>
              <a:gd name="T9" fmla="*/ 0 h 4320"/>
              <a:gd name="T10" fmla="*/ 0 w 5311"/>
              <a:gd name="T11" fmla="*/ 4320 h 43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5311" h="4320">
                <a:moveTo>
                  <a:pt x="0" y="4320"/>
                </a:moveTo>
                <a:cubicBezTo>
                  <a:pt x="5311" y="4320"/>
                  <a:pt x="5311" y="4320"/>
                  <a:pt x="5311" y="4320"/>
                </a:cubicBezTo>
                <a:cubicBezTo>
                  <a:pt x="5281" y="3020"/>
                  <a:pt x="4789" y="2633"/>
                  <a:pt x="3800" y="1644"/>
                </a:cubicBezTo>
                <a:cubicBezTo>
                  <a:pt x="3028" y="873"/>
                  <a:pt x="2904" y="264"/>
                  <a:pt x="2891" y="0"/>
                </a:cubicBezTo>
                <a:cubicBezTo>
                  <a:pt x="0" y="0"/>
                  <a:pt x="0" y="0"/>
                  <a:pt x="0" y="0"/>
                </a:cubicBezTo>
                <a:lnTo>
                  <a:pt x="0" y="4320"/>
                </a:lnTo>
                <a:close/>
              </a:path>
            </a:pathLst>
          </a:custGeom>
          <a:solidFill>
            <a:schemeClr val="bg1">
              <a:lumMod val="95000"/>
              <a:alpha val="29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>
                <a:latin typeface="楷体" panose="02010609060101010101" charset="-122"/>
                <a:ea typeface="楷体" panose="02010609060101010101" charset="-122"/>
              </a:rPr>
              <a:t>支持按课程名称以及排序模糊</a:t>
            </a:r>
            <a:r>
              <a:rPr lang="zh-CN" altLang="en-US" dirty="0">
                <a:latin typeface="楷体" panose="02010609060101010101" charset="-122"/>
                <a:ea typeface="楷体" panose="02010609060101010101" charset="-122"/>
              </a:rPr>
              <a:t>查询</a:t>
            </a:r>
            <a:endParaRPr lang="zh-CN" altLang="en-US" dirty="0">
              <a:latin typeface="楷体" panose="02010609060101010101" charset="-122"/>
              <a:ea typeface="楷体" panose="02010609060101010101" charset="-122"/>
              <a:sym typeface="Source Han Sans SC" panose="020B0500000000000000" pitchFamily="34" charset="-122"/>
            </a:endParaRPr>
          </a:p>
        </p:txBody>
      </p:sp>
      <p:sp>
        <p:nvSpPr>
          <p:cNvPr id="23" name="Freeform 52"/>
          <p:cNvSpPr/>
          <p:nvPr/>
        </p:nvSpPr>
        <p:spPr bwMode="auto">
          <a:xfrm>
            <a:off x="5586725" y="4389976"/>
            <a:ext cx="4785403" cy="487238"/>
          </a:xfrm>
          <a:custGeom>
            <a:avLst/>
            <a:gdLst>
              <a:gd name="T0" fmla="*/ 0 w 5311"/>
              <a:gd name="T1" fmla="*/ 4320 h 4320"/>
              <a:gd name="T2" fmla="*/ 5311 w 5311"/>
              <a:gd name="T3" fmla="*/ 4320 h 4320"/>
              <a:gd name="T4" fmla="*/ 3800 w 5311"/>
              <a:gd name="T5" fmla="*/ 1644 h 4320"/>
              <a:gd name="T6" fmla="*/ 2891 w 5311"/>
              <a:gd name="T7" fmla="*/ 0 h 4320"/>
              <a:gd name="T8" fmla="*/ 0 w 5311"/>
              <a:gd name="T9" fmla="*/ 0 h 4320"/>
              <a:gd name="T10" fmla="*/ 0 w 5311"/>
              <a:gd name="T11" fmla="*/ 4320 h 43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5311" h="4320">
                <a:moveTo>
                  <a:pt x="0" y="4320"/>
                </a:moveTo>
                <a:cubicBezTo>
                  <a:pt x="5311" y="4320"/>
                  <a:pt x="5311" y="4320"/>
                  <a:pt x="5311" y="4320"/>
                </a:cubicBezTo>
                <a:cubicBezTo>
                  <a:pt x="5281" y="3020"/>
                  <a:pt x="4789" y="2633"/>
                  <a:pt x="3800" y="1644"/>
                </a:cubicBezTo>
                <a:cubicBezTo>
                  <a:pt x="3028" y="873"/>
                  <a:pt x="2904" y="264"/>
                  <a:pt x="2891" y="0"/>
                </a:cubicBezTo>
                <a:cubicBezTo>
                  <a:pt x="0" y="0"/>
                  <a:pt x="0" y="0"/>
                  <a:pt x="0" y="0"/>
                </a:cubicBezTo>
                <a:lnTo>
                  <a:pt x="0" y="4320"/>
                </a:lnTo>
                <a:close/>
              </a:path>
            </a:pathLst>
          </a:custGeom>
          <a:solidFill>
            <a:schemeClr val="bg1">
              <a:lumMod val="95000"/>
              <a:alpha val="29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>
                <a:latin typeface="楷体" panose="02010609060101010101" charset="-122"/>
                <a:ea typeface="楷体" panose="02010609060101010101" charset="-122"/>
                <a:sym typeface="Source Han Sans SC" panose="020B0500000000000000" pitchFamily="34" charset="-122"/>
              </a:rPr>
              <a:t>新增课程</a:t>
            </a:r>
            <a:r>
              <a:rPr lang="zh-CN" altLang="en-US" dirty="0">
                <a:latin typeface="楷体" panose="02010609060101010101" charset="-122"/>
                <a:ea typeface="楷体" panose="02010609060101010101" charset="-122"/>
                <a:sym typeface="Source Han Sans SC" panose="020B0500000000000000" pitchFamily="34" charset="-122"/>
              </a:rPr>
              <a:t>弹窗</a:t>
            </a:r>
            <a:endParaRPr lang="zh-CN" altLang="en-US" dirty="0">
              <a:latin typeface="楷体" panose="02010609060101010101" charset="-122"/>
              <a:ea typeface="楷体" panose="02010609060101010101" charset="-122"/>
              <a:sym typeface="Source Han Sans SC" panose="020B0500000000000000" pitchFamily="34" charset="-122"/>
            </a:endParaRPr>
          </a:p>
        </p:txBody>
      </p:sp>
      <p:sp>
        <p:nvSpPr>
          <p:cNvPr id="27" name="Freeform 52"/>
          <p:cNvSpPr/>
          <p:nvPr/>
        </p:nvSpPr>
        <p:spPr bwMode="auto">
          <a:xfrm>
            <a:off x="5586725" y="4877214"/>
            <a:ext cx="4671103" cy="468256"/>
          </a:xfrm>
          <a:custGeom>
            <a:avLst/>
            <a:gdLst>
              <a:gd name="T0" fmla="*/ 0 w 5311"/>
              <a:gd name="T1" fmla="*/ 4320 h 4320"/>
              <a:gd name="T2" fmla="*/ 5311 w 5311"/>
              <a:gd name="T3" fmla="*/ 4320 h 4320"/>
              <a:gd name="T4" fmla="*/ 3800 w 5311"/>
              <a:gd name="T5" fmla="*/ 1644 h 4320"/>
              <a:gd name="T6" fmla="*/ 2891 w 5311"/>
              <a:gd name="T7" fmla="*/ 0 h 4320"/>
              <a:gd name="T8" fmla="*/ 0 w 5311"/>
              <a:gd name="T9" fmla="*/ 0 h 4320"/>
              <a:gd name="T10" fmla="*/ 0 w 5311"/>
              <a:gd name="T11" fmla="*/ 4320 h 43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5311" h="4320">
                <a:moveTo>
                  <a:pt x="0" y="4320"/>
                </a:moveTo>
                <a:cubicBezTo>
                  <a:pt x="5311" y="4320"/>
                  <a:pt x="5311" y="4320"/>
                  <a:pt x="5311" y="4320"/>
                </a:cubicBezTo>
                <a:cubicBezTo>
                  <a:pt x="5281" y="3020"/>
                  <a:pt x="4789" y="2633"/>
                  <a:pt x="3800" y="1644"/>
                </a:cubicBezTo>
                <a:cubicBezTo>
                  <a:pt x="3028" y="873"/>
                  <a:pt x="2904" y="264"/>
                  <a:pt x="2891" y="0"/>
                </a:cubicBezTo>
                <a:cubicBezTo>
                  <a:pt x="0" y="0"/>
                  <a:pt x="0" y="0"/>
                  <a:pt x="0" y="0"/>
                </a:cubicBezTo>
                <a:lnTo>
                  <a:pt x="0" y="4320"/>
                </a:lnTo>
                <a:close/>
              </a:path>
            </a:pathLst>
          </a:custGeom>
          <a:solidFill>
            <a:schemeClr val="bg1">
              <a:lumMod val="95000"/>
              <a:alpha val="29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>
                <a:latin typeface="楷体" panose="02010609060101010101" charset="-122"/>
                <a:ea typeface="楷体" panose="02010609060101010101" charset="-122"/>
              </a:rPr>
              <a:t>采用富文本框的</a:t>
            </a:r>
            <a:r>
              <a:rPr lang="zh-CN" altLang="en-US" dirty="0">
                <a:latin typeface="楷体" panose="02010609060101010101" charset="-122"/>
                <a:ea typeface="楷体" panose="02010609060101010101" charset="-122"/>
              </a:rPr>
              <a:t>形式</a:t>
            </a:r>
            <a:endParaRPr lang="zh-CN" altLang="en-US" dirty="0">
              <a:latin typeface="楷体" panose="02010609060101010101" charset="-122"/>
              <a:ea typeface="楷体" panose="02010609060101010101" charset="-122"/>
            </a:endParaRPr>
          </a:p>
        </p:txBody>
      </p:sp>
      <p:pic>
        <p:nvPicPr>
          <p:cNvPr id="-2147482599" name="图片 -214748260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990" y="1566545"/>
            <a:ext cx="4529455" cy="21145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-2147482597" name="图片 -214748259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5035" y="1566545"/>
            <a:ext cx="4530090" cy="211518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AD2218-D929-41A1-9A96-21586A0BD13D}" type="slidenum">
              <a:rPr lang="zh-CN" altLang="en-US" smtClean="0"/>
            </a:fld>
            <a:endParaRPr lang="zh-CN" altLang="en-US"/>
          </a:p>
        </p:txBody>
      </p:sp>
      <p:sp>
        <p:nvSpPr>
          <p:cNvPr id="3" name="灯片编号占位符 1"/>
          <p:cNvSpPr txBox="1"/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6AD2218-D929-41A1-9A96-21586A0BD13D}" type="slidenum">
              <a:rPr lang="zh-CN" altLang="en-US" smtClean="0"/>
            </a:fld>
            <a:endParaRPr lang="zh-CN" altLang="en-US"/>
          </a:p>
        </p:txBody>
      </p:sp>
      <p:sp>
        <p:nvSpPr>
          <p:cNvPr id="4" name="灯片编号占位符 1"/>
          <p:cNvSpPr txBox="1"/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6AD2218-D929-41A1-9A96-21586A0BD13D}" type="slidenum">
              <a:rPr lang="zh-CN" altLang="en-US" smtClean="0"/>
            </a:fld>
            <a:endParaRPr lang="zh-CN" altLang="en-US"/>
          </a:p>
        </p:txBody>
      </p:sp>
      <p:sp>
        <p:nvSpPr>
          <p:cNvPr id="5" name="灯片编号占位符 1"/>
          <p:cNvSpPr txBox="1"/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6AD2218-D929-41A1-9A96-21586A0BD13D}" type="slidenum">
              <a:rPr lang="zh-CN" altLang="en-US" smtClean="0"/>
            </a:fld>
            <a:endParaRPr lang="zh-CN" altLang="en-US"/>
          </a:p>
        </p:txBody>
      </p:sp>
      <p:sp>
        <p:nvSpPr>
          <p:cNvPr id="6" name="灯片编号占位符 1"/>
          <p:cNvSpPr txBox="1"/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6AD2218-D929-41A1-9A96-21586A0BD13D}" type="slidenum">
              <a:rPr lang="zh-CN" altLang="en-US" smtClean="0"/>
            </a:fld>
            <a:endParaRPr lang="zh-CN" altLang="en-US"/>
          </a:p>
        </p:txBody>
      </p:sp>
      <p:sp>
        <p:nvSpPr>
          <p:cNvPr id="7" name="灯片编号占位符 1"/>
          <p:cNvSpPr txBox="1"/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6AD2218-D929-41A1-9A96-21586A0BD13D}" type="slidenum">
              <a:rPr lang="zh-CN" altLang="en-US" smtClean="0"/>
            </a:fld>
            <a:endParaRPr lang="zh-CN" altLang="en-US"/>
          </a:p>
        </p:txBody>
      </p:sp>
      <p:sp>
        <p:nvSpPr>
          <p:cNvPr id="8" name="灯片编号占位符 1"/>
          <p:cNvSpPr txBox="1"/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6AD2218-D929-41A1-9A96-21586A0BD13D}" type="slidenum">
              <a:rPr lang="zh-CN" altLang="en-US" smtClean="0"/>
            </a:fld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 rot="5400000">
            <a:off x="5993293" y="659296"/>
            <a:ext cx="205410" cy="121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Source Han Sans SC" panose="020B0500000000000000" pitchFamily="34" charset="-122"/>
              <a:ea typeface="Source Han Sans SC" panose="020B0500000000000000" pitchFamily="34" charset="-122"/>
              <a:sym typeface="Source Han Sans SC" panose="020B0500000000000000" pitchFamily="34" charset="-122"/>
            </a:endParaRPr>
          </a:p>
        </p:txBody>
      </p:sp>
      <p:sp>
        <p:nvSpPr>
          <p:cNvPr id="10" name="Freeform 56"/>
          <p:cNvSpPr/>
          <p:nvPr/>
        </p:nvSpPr>
        <p:spPr bwMode="auto">
          <a:xfrm>
            <a:off x="10621765" y="-9413"/>
            <a:ext cx="1568647" cy="1131310"/>
          </a:xfrm>
          <a:custGeom>
            <a:avLst/>
            <a:gdLst>
              <a:gd name="T0" fmla="*/ 279 w 1633"/>
              <a:gd name="T1" fmla="*/ 305 h 1179"/>
              <a:gd name="T2" fmla="*/ 1633 w 1633"/>
              <a:gd name="T3" fmla="*/ 1179 h 1179"/>
              <a:gd name="T4" fmla="*/ 1633 w 1633"/>
              <a:gd name="T5" fmla="*/ 0 h 1179"/>
              <a:gd name="T6" fmla="*/ 0 w 1633"/>
              <a:gd name="T7" fmla="*/ 0 h 1179"/>
              <a:gd name="T8" fmla="*/ 279 w 1633"/>
              <a:gd name="T9" fmla="*/ 305 h 117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633" h="1179">
                <a:moveTo>
                  <a:pt x="279" y="305"/>
                </a:moveTo>
                <a:cubicBezTo>
                  <a:pt x="686" y="520"/>
                  <a:pt x="1288" y="562"/>
                  <a:pt x="1633" y="1179"/>
                </a:cubicBezTo>
                <a:cubicBezTo>
                  <a:pt x="1633" y="0"/>
                  <a:pt x="1633" y="0"/>
                  <a:pt x="1633" y="0"/>
                </a:cubicBezTo>
                <a:cubicBezTo>
                  <a:pt x="0" y="0"/>
                  <a:pt x="0" y="0"/>
                  <a:pt x="0" y="0"/>
                </a:cubicBezTo>
                <a:cubicBezTo>
                  <a:pt x="22" y="97"/>
                  <a:pt x="95" y="207"/>
                  <a:pt x="279" y="305"/>
                </a:cubicBezTo>
                <a:close/>
              </a:path>
            </a:pathLst>
          </a:custGeom>
          <a:solidFill>
            <a:srgbClr val="002060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latin typeface="Source Han Sans SC" panose="020B0500000000000000" pitchFamily="34" charset="-122"/>
              <a:ea typeface="Source Han Sans SC" panose="020B0500000000000000" pitchFamily="34" charset="-122"/>
              <a:sym typeface="Source Han Sans SC" panose="020B0500000000000000" pitchFamily="34" charset="-122"/>
            </a:endParaRPr>
          </a:p>
        </p:txBody>
      </p:sp>
      <p:sp>
        <p:nvSpPr>
          <p:cNvPr id="12" name="灯片编号占位符 1"/>
          <p:cNvSpPr txBox="1"/>
          <p:nvPr/>
        </p:nvSpPr>
        <p:spPr>
          <a:xfrm>
            <a:off x="8731250" y="6371590"/>
            <a:ext cx="2622550" cy="34988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6AD2218-D929-41A1-9A96-21586A0BD13D}" type="slidenum">
              <a:rPr lang="zh-CN" altLang="en-US" smtClean="0"/>
            </a:fld>
            <a:endParaRPr lang="zh-CN" altLang="en-US"/>
          </a:p>
        </p:txBody>
      </p:sp>
      <p:sp>
        <p:nvSpPr>
          <p:cNvPr id="13" name="Title 1"/>
          <p:cNvSpPr txBox="1"/>
          <p:nvPr>
            <p:custDataLst>
              <p:tags r:id="rId1"/>
            </p:custDataLst>
          </p:nvPr>
        </p:nvSpPr>
        <p:spPr>
          <a:xfrm>
            <a:off x="857880" y="123478"/>
            <a:ext cx="3232906" cy="379477"/>
          </a:xfrm>
          <a:prstGeom prst="rect">
            <a:avLst/>
          </a:prstGeom>
        </p:spPr>
        <p:txBody>
          <a:bodyPr lIns="0" rIns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1800" b="1" dirty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第五章   事故发生的主要原因</a:t>
            </a:r>
            <a:endParaRPr lang="zh-CN" altLang="en-US" sz="1800" b="1" dirty="0">
              <a:solidFill>
                <a:schemeClr val="bg1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4" name="矩形 13"/>
          <p:cNvSpPr/>
          <p:nvPr/>
        </p:nvSpPr>
        <p:spPr>
          <a:xfrm rot="5400000">
            <a:off x="-143627" y="436925"/>
            <a:ext cx="842778" cy="5555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Source Han Sans SC" panose="020B0500000000000000" pitchFamily="34" charset="-122"/>
              <a:ea typeface="Source Han Sans SC" panose="020B0500000000000000" pitchFamily="34" charset="-122"/>
              <a:sym typeface="Source Han Sans SC" panose="020B0500000000000000" pitchFamily="3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645160" y="293370"/>
            <a:ext cx="32329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000000">
                    <a:lumMod val="75000"/>
                    <a:lumOff val="25000"/>
                  </a:srgbClr>
                </a:solidFill>
                <a:latin typeface="楷体" panose="02010609060101010101" charset="-122"/>
                <a:ea typeface="楷体" panose="02010609060101010101" charset="-122"/>
                <a:sym typeface="Source Han Sans SC" panose="020B0500000000000000" pitchFamily="34" charset="-122"/>
              </a:rPr>
              <a:t>系统实现</a:t>
            </a:r>
            <a:endParaRPr lang="zh-CN" altLang="en-US" sz="3600" b="1" dirty="0">
              <a:solidFill>
                <a:srgbClr val="000000">
                  <a:lumMod val="75000"/>
                  <a:lumOff val="25000"/>
                </a:srgbClr>
              </a:solidFill>
              <a:latin typeface="Source Han Sans SC" panose="020B0500000000000000" pitchFamily="34" charset="-122"/>
              <a:ea typeface="Source Han Sans SC" panose="020B0500000000000000" pitchFamily="34" charset="-122"/>
              <a:sym typeface="Source Han Sans SC" panose="020B0500000000000000" pitchFamily="34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682200" y="697651"/>
            <a:ext cx="4395470" cy="29273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20000"/>
              </a:lnSpc>
              <a:buClrTx/>
              <a:buSzTx/>
              <a:buFontTx/>
              <a:defRPr/>
            </a:pPr>
            <a:r>
              <a:rPr lang="en-US" altLang="zh-CN" dirty="0">
                <a:solidFill>
                  <a:srgbClr val="000000">
                    <a:lumMod val="75000"/>
                    <a:lumOff val="25000"/>
                  </a:srgbClr>
                </a:solidFill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  <a:sym typeface="+mn-lt"/>
              </a:rPr>
              <a:t>System implementation</a:t>
            </a:r>
            <a:endParaRPr lang="en-US" altLang="zh-CN" dirty="0">
              <a:solidFill>
                <a:srgbClr val="000000">
                  <a:lumMod val="75000"/>
                  <a:lumOff val="25000"/>
                </a:srgbClr>
              </a:solidFill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  <a:sym typeface="+mn-lt"/>
            </a:endParaRPr>
          </a:p>
        </p:txBody>
      </p:sp>
      <p:sp>
        <p:nvSpPr>
          <p:cNvPr id="20" name="Freeform 52"/>
          <p:cNvSpPr/>
          <p:nvPr/>
        </p:nvSpPr>
        <p:spPr bwMode="auto">
          <a:xfrm>
            <a:off x="5648157" y="1301913"/>
            <a:ext cx="5389245" cy="468256"/>
          </a:xfrm>
          <a:custGeom>
            <a:avLst/>
            <a:gdLst>
              <a:gd name="T0" fmla="*/ 0 w 5311"/>
              <a:gd name="T1" fmla="*/ 4320 h 4320"/>
              <a:gd name="T2" fmla="*/ 5311 w 5311"/>
              <a:gd name="T3" fmla="*/ 4320 h 4320"/>
              <a:gd name="T4" fmla="*/ 3800 w 5311"/>
              <a:gd name="T5" fmla="*/ 1644 h 4320"/>
              <a:gd name="T6" fmla="*/ 2891 w 5311"/>
              <a:gd name="T7" fmla="*/ 0 h 4320"/>
              <a:gd name="T8" fmla="*/ 0 w 5311"/>
              <a:gd name="T9" fmla="*/ 0 h 4320"/>
              <a:gd name="T10" fmla="*/ 0 w 5311"/>
              <a:gd name="T11" fmla="*/ 4320 h 43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5311" h="4320">
                <a:moveTo>
                  <a:pt x="0" y="4320"/>
                </a:moveTo>
                <a:cubicBezTo>
                  <a:pt x="5311" y="4320"/>
                  <a:pt x="5311" y="4320"/>
                  <a:pt x="5311" y="4320"/>
                </a:cubicBezTo>
                <a:cubicBezTo>
                  <a:pt x="5281" y="3020"/>
                  <a:pt x="4789" y="2633"/>
                  <a:pt x="3800" y="1644"/>
                </a:cubicBezTo>
                <a:cubicBezTo>
                  <a:pt x="3028" y="873"/>
                  <a:pt x="2904" y="264"/>
                  <a:pt x="2891" y="0"/>
                </a:cubicBezTo>
                <a:cubicBezTo>
                  <a:pt x="0" y="0"/>
                  <a:pt x="0" y="0"/>
                  <a:pt x="0" y="0"/>
                </a:cubicBezTo>
                <a:lnTo>
                  <a:pt x="0" y="4320"/>
                </a:lnTo>
                <a:close/>
              </a:path>
            </a:pathLst>
          </a:custGeom>
          <a:solidFill>
            <a:schemeClr val="bg1">
              <a:lumMod val="95000"/>
              <a:alpha val="29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>
                <a:latin typeface="楷体" panose="02010609060101010101" charset="-122"/>
                <a:ea typeface="楷体" panose="02010609060101010101" charset="-122"/>
                <a:sym typeface="Source Han Sans SC" panose="020B0500000000000000" pitchFamily="34" charset="-122"/>
              </a:rPr>
              <a:t>部门管理界面</a:t>
            </a:r>
            <a:endParaRPr lang="zh-CN" altLang="en-US" dirty="0">
              <a:latin typeface="楷体" panose="02010609060101010101" charset="-122"/>
              <a:ea typeface="楷体" panose="02010609060101010101" charset="-122"/>
              <a:sym typeface="Source Han Sans SC" panose="020B0500000000000000" pitchFamily="34" charset="-122"/>
            </a:endParaRPr>
          </a:p>
        </p:txBody>
      </p:sp>
      <p:sp>
        <p:nvSpPr>
          <p:cNvPr id="21" name="Freeform 52"/>
          <p:cNvSpPr/>
          <p:nvPr/>
        </p:nvSpPr>
        <p:spPr bwMode="auto">
          <a:xfrm>
            <a:off x="5648156" y="1824983"/>
            <a:ext cx="5389245" cy="821832"/>
          </a:xfrm>
          <a:custGeom>
            <a:avLst/>
            <a:gdLst>
              <a:gd name="T0" fmla="*/ 0 w 5311"/>
              <a:gd name="T1" fmla="*/ 4320 h 4320"/>
              <a:gd name="T2" fmla="*/ 5311 w 5311"/>
              <a:gd name="T3" fmla="*/ 4320 h 4320"/>
              <a:gd name="T4" fmla="*/ 3800 w 5311"/>
              <a:gd name="T5" fmla="*/ 1644 h 4320"/>
              <a:gd name="T6" fmla="*/ 2891 w 5311"/>
              <a:gd name="T7" fmla="*/ 0 h 4320"/>
              <a:gd name="T8" fmla="*/ 0 w 5311"/>
              <a:gd name="T9" fmla="*/ 0 h 4320"/>
              <a:gd name="T10" fmla="*/ 0 w 5311"/>
              <a:gd name="T11" fmla="*/ 4320 h 43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5311" h="4320">
                <a:moveTo>
                  <a:pt x="0" y="4320"/>
                </a:moveTo>
                <a:cubicBezTo>
                  <a:pt x="5311" y="4320"/>
                  <a:pt x="5311" y="4320"/>
                  <a:pt x="5311" y="4320"/>
                </a:cubicBezTo>
                <a:cubicBezTo>
                  <a:pt x="5281" y="3020"/>
                  <a:pt x="4789" y="2633"/>
                  <a:pt x="3800" y="1644"/>
                </a:cubicBezTo>
                <a:cubicBezTo>
                  <a:pt x="3028" y="873"/>
                  <a:pt x="2904" y="264"/>
                  <a:pt x="2891" y="0"/>
                </a:cubicBezTo>
                <a:cubicBezTo>
                  <a:pt x="0" y="0"/>
                  <a:pt x="0" y="0"/>
                  <a:pt x="0" y="0"/>
                </a:cubicBezTo>
                <a:lnTo>
                  <a:pt x="0" y="4320"/>
                </a:lnTo>
                <a:close/>
              </a:path>
            </a:pathLst>
          </a:custGeom>
          <a:solidFill>
            <a:schemeClr val="bg1">
              <a:lumMod val="95000"/>
              <a:alpha val="29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dirty="0">
                <a:latin typeface="楷体" panose="02010609060101010101" charset="-122"/>
                <a:ea typeface="楷体" panose="02010609060101010101" charset="-122"/>
                <a:sym typeface="Source Han Sans SC" panose="020B0500000000000000" pitchFamily="34" charset="-122"/>
              </a:rPr>
              <a:t>可以展开树形图，并且可以按照部门名称进行模糊查找</a:t>
            </a:r>
            <a:endParaRPr dirty="0">
              <a:latin typeface="楷体" panose="02010609060101010101" charset="-122"/>
              <a:ea typeface="楷体" panose="02010609060101010101" charset="-122"/>
              <a:sym typeface="Source Han Sans SC" panose="020B0500000000000000" pitchFamily="34" charset="-122"/>
            </a:endParaRPr>
          </a:p>
        </p:txBody>
      </p:sp>
      <p:sp>
        <p:nvSpPr>
          <p:cNvPr id="23" name="Freeform 52"/>
          <p:cNvSpPr/>
          <p:nvPr/>
        </p:nvSpPr>
        <p:spPr bwMode="auto">
          <a:xfrm>
            <a:off x="5648325" y="2762885"/>
            <a:ext cx="5389245" cy="1165860"/>
          </a:xfrm>
          <a:custGeom>
            <a:avLst/>
            <a:gdLst>
              <a:gd name="T0" fmla="*/ 0 w 5311"/>
              <a:gd name="T1" fmla="*/ 4320 h 4320"/>
              <a:gd name="T2" fmla="*/ 5311 w 5311"/>
              <a:gd name="T3" fmla="*/ 4320 h 4320"/>
              <a:gd name="T4" fmla="*/ 3800 w 5311"/>
              <a:gd name="T5" fmla="*/ 1644 h 4320"/>
              <a:gd name="T6" fmla="*/ 2891 w 5311"/>
              <a:gd name="T7" fmla="*/ 0 h 4320"/>
              <a:gd name="T8" fmla="*/ 0 w 5311"/>
              <a:gd name="T9" fmla="*/ 0 h 4320"/>
              <a:gd name="T10" fmla="*/ 0 w 5311"/>
              <a:gd name="T11" fmla="*/ 4320 h 43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5311" h="4320">
                <a:moveTo>
                  <a:pt x="0" y="4320"/>
                </a:moveTo>
                <a:cubicBezTo>
                  <a:pt x="5311" y="4320"/>
                  <a:pt x="5311" y="4320"/>
                  <a:pt x="5311" y="4320"/>
                </a:cubicBezTo>
                <a:cubicBezTo>
                  <a:pt x="5281" y="3020"/>
                  <a:pt x="4789" y="2633"/>
                  <a:pt x="3800" y="1644"/>
                </a:cubicBezTo>
                <a:cubicBezTo>
                  <a:pt x="3028" y="873"/>
                  <a:pt x="2904" y="264"/>
                  <a:pt x="2891" y="0"/>
                </a:cubicBezTo>
                <a:cubicBezTo>
                  <a:pt x="0" y="0"/>
                  <a:pt x="0" y="0"/>
                  <a:pt x="0" y="0"/>
                </a:cubicBezTo>
                <a:lnTo>
                  <a:pt x="0" y="4320"/>
                </a:lnTo>
                <a:close/>
              </a:path>
            </a:pathLst>
          </a:custGeom>
          <a:solidFill>
            <a:schemeClr val="bg1">
              <a:lumMod val="95000"/>
              <a:alpha val="29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>
                <a:latin typeface="楷体" panose="02010609060101010101" charset="-122"/>
                <a:ea typeface="楷体" panose="02010609060101010101" charset="-122"/>
                <a:sym typeface="Source Han Sans SC" panose="020B0500000000000000" pitchFamily="34" charset="-122"/>
              </a:rPr>
              <a:t>新增</a:t>
            </a:r>
            <a:r>
              <a:rPr lang="zh-CN" altLang="en-US" dirty="0">
                <a:latin typeface="楷体" panose="02010609060101010101" charset="-122"/>
                <a:ea typeface="楷体" panose="02010609060101010101" charset="-122"/>
                <a:sym typeface="Source Han Sans SC" panose="020B0500000000000000" pitchFamily="34" charset="-122"/>
              </a:rPr>
              <a:t>部门，可以通过点击树形图选中部门，进行部门的选择操作</a:t>
            </a:r>
            <a:endParaRPr lang="zh-CN" altLang="en-US" dirty="0">
              <a:latin typeface="楷体" panose="02010609060101010101" charset="-122"/>
              <a:ea typeface="楷体" panose="02010609060101010101" charset="-122"/>
              <a:sym typeface="Source Han Sans SC" panose="020B0500000000000000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CN" altLang="en-US" dirty="0">
              <a:latin typeface="楷体" panose="02010609060101010101" charset="-122"/>
              <a:ea typeface="楷体" panose="02010609060101010101" charset="-122"/>
              <a:sym typeface="Source Han Sans SC" panose="020B0500000000000000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>
                <a:latin typeface="楷体" panose="02010609060101010101" charset="-122"/>
                <a:ea typeface="楷体" panose="02010609060101010101" charset="-122"/>
                <a:sym typeface="Source Han Sans SC" panose="020B0500000000000000" pitchFamily="34" charset="-122"/>
              </a:rPr>
              <a:t>支持按部门名称、</a:t>
            </a:r>
            <a:r>
              <a:rPr lang="zh-CN" altLang="en-US" dirty="0">
                <a:latin typeface="楷体" panose="02010609060101010101" charset="-122"/>
                <a:ea typeface="楷体" panose="02010609060101010101" charset="-122"/>
                <a:sym typeface="Source Han Sans SC" panose="020B0500000000000000" pitchFamily="34" charset="-122"/>
              </a:rPr>
              <a:t>状态进行模糊查找，重置按钮可以重置搜索条件</a:t>
            </a:r>
            <a:endParaRPr lang="zh-CN" altLang="en-US" dirty="0">
              <a:latin typeface="楷体" panose="02010609060101010101" charset="-122"/>
              <a:ea typeface="楷体" panose="02010609060101010101" charset="-122"/>
              <a:sym typeface="Source Han Sans SC" panose="020B0500000000000000" pitchFamily="34" charset="-122"/>
            </a:endParaRPr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2"/>
          <a:srcRect t="14330" r="4891" b="6128"/>
          <a:stretch>
            <a:fillRect/>
          </a:stretch>
        </p:blipFill>
        <p:spPr>
          <a:xfrm>
            <a:off x="645160" y="1513840"/>
            <a:ext cx="4861560" cy="2541270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AD2218-D929-41A1-9A96-21586A0BD13D}" type="slidenum">
              <a:rPr lang="zh-CN" altLang="en-US" smtClean="0"/>
            </a:fld>
            <a:endParaRPr lang="zh-CN" altLang="en-US"/>
          </a:p>
        </p:txBody>
      </p:sp>
      <p:sp>
        <p:nvSpPr>
          <p:cNvPr id="3" name="灯片编号占位符 1"/>
          <p:cNvSpPr txBox="1"/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6AD2218-D929-41A1-9A96-21586A0BD13D}" type="slidenum">
              <a:rPr lang="zh-CN" altLang="en-US" smtClean="0"/>
            </a:fld>
            <a:endParaRPr lang="zh-CN" altLang="en-US"/>
          </a:p>
        </p:txBody>
      </p:sp>
      <p:sp>
        <p:nvSpPr>
          <p:cNvPr id="4" name="灯片编号占位符 1"/>
          <p:cNvSpPr txBox="1"/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6AD2218-D929-41A1-9A96-21586A0BD13D}" type="slidenum">
              <a:rPr lang="zh-CN" altLang="en-US" smtClean="0"/>
            </a:fld>
            <a:endParaRPr lang="zh-CN" altLang="en-US"/>
          </a:p>
        </p:txBody>
      </p:sp>
      <p:sp>
        <p:nvSpPr>
          <p:cNvPr id="5" name="灯片编号占位符 1"/>
          <p:cNvSpPr txBox="1"/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6AD2218-D929-41A1-9A96-21586A0BD13D}" type="slidenum">
              <a:rPr lang="zh-CN" altLang="en-US" smtClean="0"/>
            </a:fld>
            <a:endParaRPr lang="zh-CN" altLang="en-US"/>
          </a:p>
        </p:txBody>
      </p:sp>
      <p:sp>
        <p:nvSpPr>
          <p:cNvPr id="6" name="灯片编号占位符 1"/>
          <p:cNvSpPr txBox="1"/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6AD2218-D929-41A1-9A96-21586A0BD13D}" type="slidenum">
              <a:rPr lang="zh-CN" altLang="en-US" smtClean="0"/>
            </a:fld>
            <a:endParaRPr lang="zh-CN" altLang="en-US"/>
          </a:p>
        </p:txBody>
      </p:sp>
      <p:sp>
        <p:nvSpPr>
          <p:cNvPr id="7" name="灯片编号占位符 1"/>
          <p:cNvSpPr txBox="1"/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6AD2218-D929-41A1-9A96-21586A0BD13D}" type="slidenum">
              <a:rPr lang="zh-CN" altLang="en-US" smtClean="0"/>
            </a:fld>
            <a:endParaRPr lang="zh-CN" altLang="en-US"/>
          </a:p>
        </p:txBody>
      </p:sp>
      <p:sp>
        <p:nvSpPr>
          <p:cNvPr id="8" name="灯片编号占位符 1"/>
          <p:cNvSpPr txBox="1"/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6AD2218-D929-41A1-9A96-21586A0BD13D}" type="slidenum">
              <a:rPr lang="zh-CN" altLang="en-US" smtClean="0"/>
            </a:fld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 rot="5400000">
            <a:off x="5993293" y="659296"/>
            <a:ext cx="205410" cy="121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Source Han Sans SC" panose="020B0500000000000000" pitchFamily="34" charset="-122"/>
              <a:ea typeface="Source Han Sans SC" panose="020B0500000000000000" pitchFamily="34" charset="-122"/>
              <a:sym typeface="Source Han Sans SC" panose="020B0500000000000000" pitchFamily="34" charset="-122"/>
            </a:endParaRPr>
          </a:p>
        </p:txBody>
      </p:sp>
      <p:sp>
        <p:nvSpPr>
          <p:cNvPr id="10" name="Freeform 56"/>
          <p:cNvSpPr/>
          <p:nvPr/>
        </p:nvSpPr>
        <p:spPr bwMode="auto">
          <a:xfrm>
            <a:off x="10621765" y="-9413"/>
            <a:ext cx="1568647" cy="1131310"/>
          </a:xfrm>
          <a:custGeom>
            <a:avLst/>
            <a:gdLst>
              <a:gd name="T0" fmla="*/ 279 w 1633"/>
              <a:gd name="T1" fmla="*/ 305 h 1179"/>
              <a:gd name="T2" fmla="*/ 1633 w 1633"/>
              <a:gd name="T3" fmla="*/ 1179 h 1179"/>
              <a:gd name="T4" fmla="*/ 1633 w 1633"/>
              <a:gd name="T5" fmla="*/ 0 h 1179"/>
              <a:gd name="T6" fmla="*/ 0 w 1633"/>
              <a:gd name="T7" fmla="*/ 0 h 1179"/>
              <a:gd name="T8" fmla="*/ 279 w 1633"/>
              <a:gd name="T9" fmla="*/ 305 h 117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633" h="1179">
                <a:moveTo>
                  <a:pt x="279" y="305"/>
                </a:moveTo>
                <a:cubicBezTo>
                  <a:pt x="686" y="520"/>
                  <a:pt x="1288" y="562"/>
                  <a:pt x="1633" y="1179"/>
                </a:cubicBezTo>
                <a:cubicBezTo>
                  <a:pt x="1633" y="0"/>
                  <a:pt x="1633" y="0"/>
                  <a:pt x="1633" y="0"/>
                </a:cubicBezTo>
                <a:cubicBezTo>
                  <a:pt x="0" y="0"/>
                  <a:pt x="0" y="0"/>
                  <a:pt x="0" y="0"/>
                </a:cubicBezTo>
                <a:cubicBezTo>
                  <a:pt x="22" y="97"/>
                  <a:pt x="95" y="207"/>
                  <a:pt x="279" y="305"/>
                </a:cubicBezTo>
                <a:close/>
              </a:path>
            </a:pathLst>
          </a:custGeom>
          <a:solidFill>
            <a:srgbClr val="002060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latin typeface="Source Han Sans SC" panose="020B0500000000000000" pitchFamily="34" charset="-122"/>
              <a:ea typeface="Source Han Sans SC" panose="020B0500000000000000" pitchFamily="34" charset="-122"/>
              <a:sym typeface="Source Han Sans SC" panose="020B0500000000000000" pitchFamily="34" charset="-122"/>
            </a:endParaRPr>
          </a:p>
        </p:txBody>
      </p:sp>
      <p:sp>
        <p:nvSpPr>
          <p:cNvPr id="12" name="灯片编号占位符 1"/>
          <p:cNvSpPr txBox="1"/>
          <p:nvPr/>
        </p:nvSpPr>
        <p:spPr>
          <a:xfrm>
            <a:off x="8731250" y="6371590"/>
            <a:ext cx="2622550" cy="34988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6AD2218-D929-41A1-9A96-21586A0BD13D}" type="slidenum">
              <a:rPr lang="zh-CN" altLang="en-US" smtClean="0"/>
            </a:fld>
            <a:endParaRPr lang="zh-CN" altLang="en-US"/>
          </a:p>
        </p:txBody>
      </p:sp>
      <p:sp>
        <p:nvSpPr>
          <p:cNvPr id="13" name="Title 1"/>
          <p:cNvSpPr txBox="1"/>
          <p:nvPr>
            <p:custDataLst>
              <p:tags r:id="rId1"/>
            </p:custDataLst>
          </p:nvPr>
        </p:nvSpPr>
        <p:spPr>
          <a:xfrm>
            <a:off x="857880" y="123478"/>
            <a:ext cx="3232906" cy="379477"/>
          </a:xfrm>
          <a:prstGeom prst="rect">
            <a:avLst/>
          </a:prstGeom>
        </p:spPr>
        <p:txBody>
          <a:bodyPr lIns="0" rIns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1800" b="1" dirty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第五章   事故发生的主要原因</a:t>
            </a:r>
            <a:endParaRPr lang="zh-CN" altLang="en-US" sz="1800" b="1" dirty="0">
              <a:solidFill>
                <a:schemeClr val="bg1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4" name="矩形 13"/>
          <p:cNvSpPr/>
          <p:nvPr/>
        </p:nvSpPr>
        <p:spPr>
          <a:xfrm rot="5400000">
            <a:off x="-143627" y="436925"/>
            <a:ext cx="842778" cy="5555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Source Han Sans SC" panose="020B0500000000000000" pitchFamily="34" charset="-122"/>
              <a:ea typeface="Source Han Sans SC" panose="020B0500000000000000" pitchFamily="34" charset="-122"/>
              <a:sym typeface="Source Han Sans SC" panose="020B0500000000000000" pitchFamily="3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645160" y="293370"/>
            <a:ext cx="32329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000000">
                    <a:lumMod val="75000"/>
                    <a:lumOff val="25000"/>
                  </a:srgbClr>
                </a:solidFill>
                <a:latin typeface="楷体" panose="02010609060101010101" charset="-122"/>
                <a:ea typeface="楷体" panose="02010609060101010101" charset="-122"/>
                <a:sym typeface="Source Han Sans SC" panose="020B0500000000000000" pitchFamily="34" charset="-122"/>
              </a:rPr>
              <a:t>系统实现</a:t>
            </a:r>
            <a:endParaRPr lang="zh-CN" altLang="en-US" sz="3600" b="1" dirty="0">
              <a:solidFill>
                <a:srgbClr val="000000">
                  <a:lumMod val="75000"/>
                  <a:lumOff val="25000"/>
                </a:srgbClr>
              </a:solidFill>
              <a:latin typeface="Source Han Sans SC" panose="020B0500000000000000" pitchFamily="34" charset="-122"/>
              <a:ea typeface="Source Han Sans SC" panose="020B0500000000000000" pitchFamily="34" charset="-122"/>
              <a:sym typeface="Source Han Sans SC" panose="020B0500000000000000" pitchFamily="34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682200" y="697651"/>
            <a:ext cx="4395470" cy="29273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20000"/>
              </a:lnSpc>
              <a:buClrTx/>
              <a:buSzTx/>
              <a:buFontTx/>
              <a:defRPr/>
            </a:pPr>
            <a:r>
              <a:rPr lang="en-US" altLang="zh-CN" dirty="0">
                <a:solidFill>
                  <a:srgbClr val="000000">
                    <a:lumMod val="75000"/>
                    <a:lumOff val="25000"/>
                  </a:srgbClr>
                </a:solidFill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  <a:sym typeface="+mn-lt"/>
              </a:rPr>
              <a:t>System implementation</a:t>
            </a:r>
            <a:endParaRPr lang="en-US" altLang="zh-CN" dirty="0">
              <a:solidFill>
                <a:srgbClr val="000000">
                  <a:lumMod val="75000"/>
                  <a:lumOff val="25000"/>
                </a:srgbClr>
              </a:solidFill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  <a:sym typeface="+mn-lt"/>
            </a:endParaRPr>
          </a:p>
        </p:txBody>
      </p:sp>
      <p:sp>
        <p:nvSpPr>
          <p:cNvPr id="20" name="Freeform 52"/>
          <p:cNvSpPr/>
          <p:nvPr/>
        </p:nvSpPr>
        <p:spPr bwMode="auto">
          <a:xfrm>
            <a:off x="6311732" y="1769908"/>
            <a:ext cx="5389245" cy="468256"/>
          </a:xfrm>
          <a:custGeom>
            <a:avLst/>
            <a:gdLst>
              <a:gd name="T0" fmla="*/ 0 w 5311"/>
              <a:gd name="T1" fmla="*/ 4320 h 4320"/>
              <a:gd name="T2" fmla="*/ 5311 w 5311"/>
              <a:gd name="T3" fmla="*/ 4320 h 4320"/>
              <a:gd name="T4" fmla="*/ 3800 w 5311"/>
              <a:gd name="T5" fmla="*/ 1644 h 4320"/>
              <a:gd name="T6" fmla="*/ 2891 w 5311"/>
              <a:gd name="T7" fmla="*/ 0 h 4320"/>
              <a:gd name="T8" fmla="*/ 0 w 5311"/>
              <a:gd name="T9" fmla="*/ 0 h 4320"/>
              <a:gd name="T10" fmla="*/ 0 w 5311"/>
              <a:gd name="T11" fmla="*/ 4320 h 43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5311" h="4320">
                <a:moveTo>
                  <a:pt x="0" y="4320"/>
                </a:moveTo>
                <a:cubicBezTo>
                  <a:pt x="5311" y="4320"/>
                  <a:pt x="5311" y="4320"/>
                  <a:pt x="5311" y="4320"/>
                </a:cubicBezTo>
                <a:cubicBezTo>
                  <a:pt x="5281" y="3020"/>
                  <a:pt x="4789" y="2633"/>
                  <a:pt x="3800" y="1644"/>
                </a:cubicBezTo>
                <a:cubicBezTo>
                  <a:pt x="3028" y="873"/>
                  <a:pt x="2904" y="264"/>
                  <a:pt x="2891" y="0"/>
                </a:cubicBezTo>
                <a:cubicBezTo>
                  <a:pt x="0" y="0"/>
                  <a:pt x="0" y="0"/>
                  <a:pt x="0" y="0"/>
                </a:cubicBezTo>
                <a:lnTo>
                  <a:pt x="0" y="4320"/>
                </a:lnTo>
                <a:close/>
              </a:path>
            </a:pathLst>
          </a:custGeom>
          <a:solidFill>
            <a:schemeClr val="bg1">
              <a:lumMod val="95000"/>
              <a:alpha val="29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>
                <a:latin typeface="楷体" panose="02010609060101010101" charset="-122"/>
                <a:ea typeface="楷体" panose="02010609060101010101" charset="-122"/>
                <a:sym typeface="Source Han Sans SC" panose="020B0500000000000000" pitchFamily="34" charset="-122"/>
              </a:rPr>
              <a:t>个人</a:t>
            </a:r>
            <a:r>
              <a:rPr lang="zh-CN" altLang="en-US" dirty="0">
                <a:latin typeface="楷体" panose="02010609060101010101" charset="-122"/>
                <a:ea typeface="楷体" panose="02010609060101010101" charset="-122"/>
                <a:sym typeface="Source Han Sans SC" panose="020B0500000000000000" pitchFamily="34" charset="-122"/>
              </a:rPr>
              <a:t>信息界面</a:t>
            </a:r>
            <a:endParaRPr lang="zh-CN" altLang="en-US" dirty="0">
              <a:latin typeface="楷体" panose="02010609060101010101" charset="-122"/>
              <a:ea typeface="楷体" panose="02010609060101010101" charset="-122"/>
              <a:sym typeface="Source Han Sans SC" panose="020B0500000000000000" pitchFamily="34" charset="-122"/>
            </a:endParaRPr>
          </a:p>
        </p:txBody>
      </p:sp>
      <p:sp>
        <p:nvSpPr>
          <p:cNvPr id="21" name="Freeform 52"/>
          <p:cNvSpPr/>
          <p:nvPr/>
        </p:nvSpPr>
        <p:spPr bwMode="auto">
          <a:xfrm>
            <a:off x="6311731" y="2292978"/>
            <a:ext cx="5389245" cy="821832"/>
          </a:xfrm>
          <a:custGeom>
            <a:avLst/>
            <a:gdLst>
              <a:gd name="T0" fmla="*/ 0 w 5311"/>
              <a:gd name="T1" fmla="*/ 4320 h 4320"/>
              <a:gd name="T2" fmla="*/ 5311 w 5311"/>
              <a:gd name="T3" fmla="*/ 4320 h 4320"/>
              <a:gd name="T4" fmla="*/ 3800 w 5311"/>
              <a:gd name="T5" fmla="*/ 1644 h 4320"/>
              <a:gd name="T6" fmla="*/ 2891 w 5311"/>
              <a:gd name="T7" fmla="*/ 0 h 4320"/>
              <a:gd name="T8" fmla="*/ 0 w 5311"/>
              <a:gd name="T9" fmla="*/ 0 h 4320"/>
              <a:gd name="T10" fmla="*/ 0 w 5311"/>
              <a:gd name="T11" fmla="*/ 4320 h 43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5311" h="4320">
                <a:moveTo>
                  <a:pt x="0" y="4320"/>
                </a:moveTo>
                <a:cubicBezTo>
                  <a:pt x="5311" y="4320"/>
                  <a:pt x="5311" y="4320"/>
                  <a:pt x="5311" y="4320"/>
                </a:cubicBezTo>
                <a:cubicBezTo>
                  <a:pt x="5281" y="3020"/>
                  <a:pt x="4789" y="2633"/>
                  <a:pt x="3800" y="1644"/>
                </a:cubicBezTo>
                <a:cubicBezTo>
                  <a:pt x="3028" y="873"/>
                  <a:pt x="2904" y="264"/>
                  <a:pt x="2891" y="0"/>
                </a:cubicBezTo>
                <a:cubicBezTo>
                  <a:pt x="0" y="0"/>
                  <a:pt x="0" y="0"/>
                  <a:pt x="0" y="0"/>
                </a:cubicBezTo>
                <a:lnTo>
                  <a:pt x="0" y="4320"/>
                </a:lnTo>
                <a:close/>
              </a:path>
            </a:pathLst>
          </a:custGeom>
          <a:solidFill>
            <a:schemeClr val="bg1">
              <a:lumMod val="95000"/>
              <a:alpha val="29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>
                <a:latin typeface="楷体" panose="02010609060101010101" charset="-122"/>
                <a:ea typeface="楷体" panose="02010609060101010101" charset="-122"/>
                <a:sym typeface="Source Han Sans SC" panose="020B0500000000000000" pitchFamily="34" charset="-122"/>
              </a:rPr>
              <a:t>修改个人</a:t>
            </a:r>
            <a:r>
              <a:rPr lang="zh-CN" altLang="en-US" dirty="0">
                <a:latin typeface="楷体" panose="02010609060101010101" charset="-122"/>
                <a:ea typeface="楷体" panose="02010609060101010101" charset="-122"/>
                <a:sym typeface="Source Han Sans SC" panose="020B0500000000000000" pitchFamily="34" charset="-122"/>
              </a:rPr>
              <a:t>资料</a:t>
            </a:r>
            <a:endParaRPr lang="zh-CN" altLang="en-US" dirty="0">
              <a:latin typeface="楷体" panose="02010609060101010101" charset="-122"/>
              <a:ea typeface="楷体" panose="02010609060101010101" charset="-122"/>
              <a:sym typeface="Source Han Sans SC" panose="020B0500000000000000" pitchFamily="34" charset="-122"/>
            </a:endParaRPr>
          </a:p>
        </p:txBody>
      </p:sp>
      <p:sp>
        <p:nvSpPr>
          <p:cNvPr id="23" name="Freeform 52"/>
          <p:cNvSpPr/>
          <p:nvPr/>
        </p:nvSpPr>
        <p:spPr bwMode="auto">
          <a:xfrm>
            <a:off x="6311900" y="2954655"/>
            <a:ext cx="5389245" cy="1165860"/>
          </a:xfrm>
          <a:custGeom>
            <a:avLst/>
            <a:gdLst>
              <a:gd name="T0" fmla="*/ 0 w 5311"/>
              <a:gd name="T1" fmla="*/ 4320 h 4320"/>
              <a:gd name="T2" fmla="*/ 5311 w 5311"/>
              <a:gd name="T3" fmla="*/ 4320 h 4320"/>
              <a:gd name="T4" fmla="*/ 3800 w 5311"/>
              <a:gd name="T5" fmla="*/ 1644 h 4320"/>
              <a:gd name="T6" fmla="*/ 2891 w 5311"/>
              <a:gd name="T7" fmla="*/ 0 h 4320"/>
              <a:gd name="T8" fmla="*/ 0 w 5311"/>
              <a:gd name="T9" fmla="*/ 0 h 4320"/>
              <a:gd name="T10" fmla="*/ 0 w 5311"/>
              <a:gd name="T11" fmla="*/ 4320 h 43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5311" h="4320">
                <a:moveTo>
                  <a:pt x="0" y="4320"/>
                </a:moveTo>
                <a:cubicBezTo>
                  <a:pt x="5311" y="4320"/>
                  <a:pt x="5311" y="4320"/>
                  <a:pt x="5311" y="4320"/>
                </a:cubicBezTo>
                <a:cubicBezTo>
                  <a:pt x="5281" y="3020"/>
                  <a:pt x="4789" y="2633"/>
                  <a:pt x="3800" y="1644"/>
                </a:cubicBezTo>
                <a:cubicBezTo>
                  <a:pt x="3028" y="873"/>
                  <a:pt x="2904" y="264"/>
                  <a:pt x="2891" y="0"/>
                </a:cubicBezTo>
                <a:cubicBezTo>
                  <a:pt x="0" y="0"/>
                  <a:pt x="0" y="0"/>
                  <a:pt x="0" y="0"/>
                </a:cubicBezTo>
                <a:lnTo>
                  <a:pt x="0" y="4320"/>
                </a:lnTo>
                <a:close/>
              </a:path>
            </a:pathLst>
          </a:custGeom>
          <a:solidFill>
            <a:schemeClr val="bg1">
              <a:lumMod val="95000"/>
              <a:alpha val="29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>
                <a:latin typeface="楷体" panose="02010609060101010101" charset="-122"/>
                <a:ea typeface="楷体" panose="02010609060101010101" charset="-122"/>
                <a:sym typeface="Source Han Sans SC" panose="020B0500000000000000" pitchFamily="34" charset="-122"/>
              </a:rPr>
              <a:t>修改</a:t>
            </a:r>
            <a:r>
              <a:rPr lang="zh-CN" altLang="en-US" dirty="0">
                <a:latin typeface="楷体" panose="02010609060101010101" charset="-122"/>
                <a:ea typeface="楷体" panose="02010609060101010101" charset="-122"/>
                <a:sym typeface="Source Han Sans SC" panose="020B0500000000000000" pitchFamily="34" charset="-122"/>
              </a:rPr>
              <a:t>头像</a:t>
            </a:r>
            <a:endParaRPr lang="zh-CN" altLang="en-US" dirty="0">
              <a:latin typeface="楷体" panose="02010609060101010101" charset="-122"/>
              <a:ea typeface="楷体" panose="02010609060101010101" charset="-122"/>
              <a:sym typeface="Source Han Sans SC" panose="020B0500000000000000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CN" altLang="en-US" dirty="0">
              <a:latin typeface="楷体" panose="02010609060101010101" charset="-122"/>
              <a:ea typeface="楷体" panose="02010609060101010101" charset="-122"/>
              <a:sym typeface="Source Han Sans SC" panose="020B0500000000000000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>
                <a:latin typeface="楷体" panose="02010609060101010101" charset="-122"/>
                <a:ea typeface="楷体" panose="02010609060101010101" charset="-122"/>
                <a:sym typeface="Source Han Sans SC" panose="020B0500000000000000" pitchFamily="34" charset="-122"/>
              </a:rPr>
              <a:t>修改</a:t>
            </a:r>
            <a:r>
              <a:rPr lang="zh-CN" altLang="en-US" dirty="0">
                <a:latin typeface="楷体" panose="02010609060101010101" charset="-122"/>
                <a:ea typeface="楷体" panose="02010609060101010101" charset="-122"/>
                <a:sym typeface="Source Han Sans SC" panose="020B0500000000000000" pitchFamily="34" charset="-122"/>
              </a:rPr>
              <a:t>密码</a:t>
            </a:r>
            <a:endParaRPr lang="zh-CN" altLang="en-US" dirty="0">
              <a:latin typeface="楷体" panose="02010609060101010101" charset="-122"/>
              <a:ea typeface="楷体" panose="02010609060101010101" charset="-122"/>
              <a:sym typeface="Source Han Sans SC" panose="020B0500000000000000" pitchFamily="34" charset="-122"/>
            </a:endParaRPr>
          </a:p>
        </p:txBody>
      </p:sp>
      <p:pic>
        <p:nvPicPr>
          <p:cNvPr id="18" name="图片 7"/>
          <p:cNvPicPr>
            <a:picLocks noChangeAspect="1"/>
          </p:cNvPicPr>
          <p:nvPr/>
        </p:nvPicPr>
        <p:blipFill>
          <a:blip r:embed="rId2"/>
          <a:srcRect r="30451"/>
          <a:stretch>
            <a:fillRect/>
          </a:stretch>
        </p:blipFill>
        <p:spPr>
          <a:xfrm>
            <a:off x="811530" y="1509395"/>
            <a:ext cx="5280660" cy="3120390"/>
          </a:xfrm>
          <a:prstGeom prst="rect">
            <a:avLst/>
          </a:prstGeom>
          <a:noFill/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AD2218-D929-41A1-9A96-21586A0BD13D}" type="slidenum">
              <a:rPr lang="zh-CN" altLang="en-US" smtClean="0"/>
            </a:fld>
            <a:endParaRPr lang="zh-CN" altLang="en-US"/>
          </a:p>
        </p:txBody>
      </p:sp>
      <p:sp>
        <p:nvSpPr>
          <p:cNvPr id="3" name="灯片编号占位符 1"/>
          <p:cNvSpPr txBox="1"/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6AD2218-D929-41A1-9A96-21586A0BD13D}" type="slidenum">
              <a:rPr lang="zh-CN" altLang="en-US" smtClean="0"/>
            </a:fld>
            <a:endParaRPr lang="zh-CN" altLang="en-US"/>
          </a:p>
        </p:txBody>
      </p:sp>
      <p:sp>
        <p:nvSpPr>
          <p:cNvPr id="4" name="灯片编号占位符 1"/>
          <p:cNvSpPr txBox="1"/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6AD2218-D929-41A1-9A96-21586A0BD13D}" type="slidenum">
              <a:rPr lang="zh-CN" altLang="en-US" smtClean="0"/>
            </a:fld>
            <a:endParaRPr lang="zh-CN" altLang="en-US"/>
          </a:p>
        </p:txBody>
      </p:sp>
      <p:sp>
        <p:nvSpPr>
          <p:cNvPr id="5" name="灯片编号占位符 1"/>
          <p:cNvSpPr txBox="1"/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6AD2218-D929-41A1-9A96-21586A0BD13D}" type="slidenum">
              <a:rPr lang="zh-CN" altLang="en-US" smtClean="0"/>
            </a:fld>
            <a:endParaRPr lang="zh-CN" altLang="en-US"/>
          </a:p>
        </p:txBody>
      </p:sp>
      <p:sp>
        <p:nvSpPr>
          <p:cNvPr id="6" name="灯片编号占位符 1"/>
          <p:cNvSpPr txBox="1"/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6AD2218-D929-41A1-9A96-21586A0BD13D}" type="slidenum">
              <a:rPr lang="zh-CN" altLang="en-US" smtClean="0"/>
            </a:fld>
            <a:endParaRPr lang="zh-CN" altLang="en-US"/>
          </a:p>
        </p:txBody>
      </p:sp>
      <p:sp>
        <p:nvSpPr>
          <p:cNvPr id="7" name="灯片编号占位符 1"/>
          <p:cNvSpPr txBox="1"/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6AD2218-D929-41A1-9A96-21586A0BD13D}" type="slidenum">
              <a:rPr lang="zh-CN" altLang="en-US" smtClean="0"/>
            </a:fld>
            <a:endParaRPr lang="zh-CN" altLang="en-US"/>
          </a:p>
        </p:txBody>
      </p:sp>
      <p:sp>
        <p:nvSpPr>
          <p:cNvPr id="8" name="灯片编号占位符 1"/>
          <p:cNvSpPr txBox="1"/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6AD2218-D929-41A1-9A96-21586A0BD13D}" type="slidenum">
              <a:rPr lang="zh-CN" altLang="en-US" smtClean="0"/>
            </a:fld>
            <a:endParaRPr lang="zh-CN" altLang="en-US"/>
          </a:p>
        </p:txBody>
      </p:sp>
      <p:sp>
        <p:nvSpPr>
          <p:cNvPr id="9" name="灯片编号占位符 1"/>
          <p:cNvSpPr txBox="1"/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6AD2218-D929-41A1-9A96-21586A0BD13D}" type="slidenum">
              <a:rPr lang="zh-CN" altLang="en-US" smtClean="0"/>
            </a:fld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 rot="5400000">
            <a:off x="5993293" y="659296"/>
            <a:ext cx="205410" cy="121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Source Han Sans SC" panose="020B0500000000000000" pitchFamily="34" charset="-122"/>
              <a:ea typeface="Source Han Sans SC" panose="020B0500000000000000" pitchFamily="34" charset="-122"/>
              <a:sym typeface="Source Han Sans SC" panose="020B0500000000000000" pitchFamily="34" charset="-122"/>
            </a:endParaRPr>
          </a:p>
        </p:txBody>
      </p:sp>
      <p:sp>
        <p:nvSpPr>
          <p:cNvPr id="11" name="Freeform 56"/>
          <p:cNvSpPr/>
          <p:nvPr/>
        </p:nvSpPr>
        <p:spPr bwMode="auto">
          <a:xfrm>
            <a:off x="10621765" y="-9413"/>
            <a:ext cx="1568647" cy="1131310"/>
          </a:xfrm>
          <a:custGeom>
            <a:avLst/>
            <a:gdLst>
              <a:gd name="T0" fmla="*/ 279 w 1633"/>
              <a:gd name="T1" fmla="*/ 305 h 1179"/>
              <a:gd name="T2" fmla="*/ 1633 w 1633"/>
              <a:gd name="T3" fmla="*/ 1179 h 1179"/>
              <a:gd name="T4" fmla="*/ 1633 w 1633"/>
              <a:gd name="T5" fmla="*/ 0 h 1179"/>
              <a:gd name="T6" fmla="*/ 0 w 1633"/>
              <a:gd name="T7" fmla="*/ 0 h 1179"/>
              <a:gd name="T8" fmla="*/ 279 w 1633"/>
              <a:gd name="T9" fmla="*/ 305 h 117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633" h="1179">
                <a:moveTo>
                  <a:pt x="279" y="305"/>
                </a:moveTo>
                <a:cubicBezTo>
                  <a:pt x="686" y="520"/>
                  <a:pt x="1288" y="562"/>
                  <a:pt x="1633" y="1179"/>
                </a:cubicBezTo>
                <a:cubicBezTo>
                  <a:pt x="1633" y="0"/>
                  <a:pt x="1633" y="0"/>
                  <a:pt x="1633" y="0"/>
                </a:cubicBezTo>
                <a:cubicBezTo>
                  <a:pt x="0" y="0"/>
                  <a:pt x="0" y="0"/>
                  <a:pt x="0" y="0"/>
                </a:cubicBezTo>
                <a:cubicBezTo>
                  <a:pt x="22" y="97"/>
                  <a:pt x="95" y="207"/>
                  <a:pt x="279" y="305"/>
                </a:cubicBezTo>
                <a:close/>
              </a:path>
            </a:pathLst>
          </a:custGeom>
          <a:solidFill>
            <a:srgbClr val="002060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latin typeface="Source Han Sans SC" panose="020B0500000000000000" pitchFamily="34" charset="-122"/>
              <a:ea typeface="Source Han Sans SC" panose="020B0500000000000000" pitchFamily="34" charset="-122"/>
              <a:sym typeface="Source Han Sans SC" panose="020B0500000000000000" pitchFamily="34" charset="-122"/>
            </a:endParaRPr>
          </a:p>
        </p:txBody>
      </p:sp>
      <p:sp>
        <p:nvSpPr>
          <p:cNvPr id="13" name="灯片编号占位符 1"/>
          <p:cNvSpPr txBox="1"/>
          <p:nvPr/>
        </p:nvSpPr>
        <p:spPr>
          <a:xfrm>
            <a:off x="8731250" y="6371590"/>
            <a:ext cx="2622550" cy="34988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6AD2218-D929-41A1-9A96-21586A0BD13D}" type="slidenum">
              <a:rPr lang="zh-CN" altLang="en-US" smtClean="0"/>
            </a:fld>
            <a:endParaRPr lang="zh-CN" altLang="en-US"/>
          </a:p>
        </p:txBody>
      </p:sp>
      <p:sp>
        <p:nvSpPr>
          <p:cNvPr id="14" name="Title 1"/>
          <p:cNvSpPr txBox="1"/>
          <p:nvPr>
            <p:custDataLst>
              <p:tags r:id="rId1"/>
            </p:custDataLst>
          </p:nvPr>
        </p:nvSpPr>
        <p:spPr>
          <a:xfrm>
            <a:off x="857880" y="123478"/>
            <a:ext cx="3232906" cy="379477"/>
          </a:xfrm>
          <a:prstGeom prst="rect">
            <a:avLst/>
          </a:prstGeom>
        </p:spPr>
        <p:txBody>
          <a:bodyPr lIns="0" rIns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1800" b="1" dirty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第五章   事故发生的主要原因</a:t>
            </a:r>
            <a:endParaRPr lang="zh-CN" altLang="en-US" sz="1800" b="1" dirty="0">
              <a:solidFill>
                <a:schemeClr val="bg1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5" name="矩形 14"/>
          <p:cNvSpPr/>
          <p:nvPr/>
        </p:nvSpPr>
        <p:spPr>
          <a:xfrm rot="5400000">
            <a:off x="-143627" y="436925"/>
            <a:ext cx="842778" cy="5555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Source Han Sans SC" panose="020B0500000000000000" pitchFamily="34" charset="-122"/>
              <a:ea typeface="Source Han Sans SC" panose="020B0500000000000000" pitchFamily="34" charset="-122"/>
              <a:sym typeface="Source Han Sans SC" panose="020B0500000000000000" pitchFamily="34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645160" y="293370"/>
            <a:ext cx="32329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000000">
                    <a:lumMod val="75000"/>
                    <a:lumOff val="25000"/>
                  </a:srgbClr>
                </a:solidFill>
                <a:latin typeface="楷体" panose="02010609060101010101" charset="-122"/>
                <a:ea typeface="楷体" panose="02010609060101010101" charset="-122"/>
                <a:sym typeface="Source Han Sans SC" panose="020B0500000000000000" pitchFamily="34" charset="-122"/>
              </a:rPr>
              <a:t>系统测试</a:t>
            </a:r>
            <a:endParaRPr lang="zh-CN" altLang="en-US" sz="3600" b="1" dirty="0">
              <a:solidFill>
                <a:srgbClr val="000000">
                  <a:lumMod val="75000"/>
                  <a:lumOff val="25000"/>
                </a:srgbClr>
              </a:solidFill>
              <a:latin typeface="Source Han Sans SC" panose="020B0500000000000000" pitchFamily="34" charset="-122"/>
              <a:ea typeface="Source Han Sans SC" panose="020B0500000000000000" pitchFamily="34" charset="-122"/>
              <a:sym typeface="Source Han Sans SC" panose="020B0500000000000000" pitchFamily="34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682200" y="697651"/>
            <a:ext cx="4395470" cy="29273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20000"/>
              </a:lnSpc>
              <a:buClrTx/>
              <a:buSzTx/>
              <a:buFontTx/>
              <a:defRPr/>
            </a:pPr>
            <a:r>
              <a:rPr lang="en-US" altLang="zh-CN" dirty="0">
                <a:solidFill>
                  <a:srgbClr val="000000">
                    <a:lumMod val="75000"/>
                    <a:lumOff val="25000"/>
                  </a:srgbClr>
                </a:solidFill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  <a:sym typeface="+mn-lt"/>
              </a:rPr>
              <a:t>System test</a:t>
            </a:r>
            <a:endParaRPr lang="en-US" altLang="zh-CN" dirty="0">
              <a:solidFill>
                <a:srgbClr val="000000">
                  <a:lumMod val="75000"/>
                  <a:lumOff val="25000"/>
                </a:srgbClr>
              </a:solidFill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  <a:sym typeface="+mn-lt"/>
            </a:endParaRPr>
          </a:p>
        </p:txBody>
      </p:sp>
      <p:pic>
        <p:nvPicPr>
          <p:cNvPr id="23" name="图片 2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4718" y="1476004"/>
            <a:ext cx="3755609" cy="46677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25" name="图片 2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54939" y="1476004"/>
            <a:ext cx="3772884" cy="46677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8" name="Freeform 23"/>
          <p:cNvSpPr/>
          <p:nvPr/>
        </p:nvSpPr>
        <p:spPr>
          <a:xfrm>
            <a:off x="9128343" y="3889680"/>
            <a:ext cx="2986844" cy="2318550"/>
          </a:xfrm>
          <a:custGeom>
            <a:avLst/>
            <a:gdLst/>
            <a:ahLst/>
            <a:cxnLst/>
            <a:rect l="l" t="t" r="r" b="b"/>
            <a:pathLst>
              <a:path w="6049549" h="4998440">
                <a:moveTo>
                  <a:pt x="0" y="0"/>
                </a:moveTo>
                <a:lnTo>
                  <a:pt x="6049550" y="0"/>
                </a:lnTo>
                <a:lnTo>
                  <a:pt x="6049550" y="4998440"/>
                </a:lnTo>
                <a:lnTo>
                  <a:pt x="0" y="499844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9" name="Freeform 25"/>
          <p:cNvSpPr/>
          <p:nvPr/>
        </p:nvSpPr>
        <p:spPr>
          <a:xfrm>
            <a:off x="8392435" y="932566"/>
            <a:ext cx="4758434" cy="3146446"/>
          </a:xfrm>
          <a:custGeom>
            <a:avLst/>
            <a:gdLst/>
            <a:ahLst/>
            <a:cxnLst/>
            <a:rect l="l" t="t" r="r" b="b"/>
            <a:pathLst>
              <a:path w="8462963" h="5596012">
                <a:moveTo>
                  <a:pt x="0" y="0"/>
                </a:moveTo>
                <a:lnTo>
                  <a:pt x="8462962" y="0"/>
                </a:lnTo>
                <a:lnTo>
                  <a:pt x="8462962" y="5596012"/>
                </a:lnTo>
                <a:lnTo>
                  <a:pt x="0" y="559601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AD2218-D929-41A1-9A96-21586A0BD13D}" type="slidenum">
              <a:rPr lang="zh-CN" altLang="en-US" smtClean="0"/>
            </a:fld>
            <a:endParaRPr lang="zh-CN" altLang="en-US"/>
          </a:p>
        </p:txBody>
      </p:sp>
      <p:sp>
        <p:nvSpPr>
          <p:cNvPr id="3" name="灯片编号占位符 1"/>
          <p:cNvSpPr txBox="1"/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6AD2218-D929-41A1-9A96-21586A0BD13D}" type="slidenum">
              <a:rPr lang="zh-CN" altLang="en-US" smtClean="0"/>
            </a:fld>
            <a:endParaRPr lang="zh-CN" altLang="en-US"/>
          </a:p>
        </p:txBody>
      </p:sp>
      <p:sp>
        <p:nvSpPr>
          <p:cNvPr id="4" name="灯片编号占位符 1"/>
          <p:cNvSpPr txBox="1"/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6AD2218-D929-41A1-9A96-21586A0BD13D}" type="slidenum">
              <a:rPr lang="zh-CN" altLang="en-US" smtClean="0"/>
            </a:fld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0" y="-1"/>
            <a:ext cx="12192000" cy="4102101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pic>
        <p:nvPicPr>
          <p:cNvPr id="6" name="图片占位符 12"/>
          <p:cNvPicPr>
            <a:picLocks noChangeAspect="1"/>
          </p:cNvPicPr>
          <p:nvPr/>
        </p:nvPicPr>
        <p:blipFill rotWithShape="1">
          <a:blip r:embed="rId1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18084" b="18087"/>
          <a:stretch>
            <a:fillRect/>
          </a:stretch>
        </p:blipFill>
        <p:spPr>
          <a:xfrm>
            <a:off x="531495" y="660717"/>
            <a:ext cx="11049000" cy="5641976"/>
          </a:xfrm>
          <a:prstGeom prst="roundRect">
            <a:avLst>
              <a:gd name="adj" fmla="val 3701"/>
            </a:avLst>
          </a:prstGeom>
          <a:effectLst>
            <a:softEdge rad="0"/>
          </a:effectLst>
        </p:spPr>
      </p:pic>
      <p:sp>
        <p:nvSpPr>
          <p:cNvPr id="7" name="矩形: 圆角 1"/>
          <p:cNvSpPr/>
          <p:nvPr/>
        </p:nvSpPr>
        <p:spPr>
          <a:xfrm>
            <a:off x="531495" y="660717"/>
            <a:ext cx="11049000" cy="5641976"/>
          </a:xfrm>
          <a:prstGeom prst="roundRect">
            <a:avLst>
              <a:gd name="adj" fmla="val 3422"/>
            </a:avLst>
          </a:prstGeom>
          <a:gradFill>
            <a:gsLst>
              <a:gs pos="0">
                <a:srgbClr val="FFFFFF"/>
              </a:gs>
              <a:gs pos="37000">
                <a:srgbClr val="FFFFFF">
                  <a:alpha val="77000"/>
                </a:srgbClr>
              </a:gs>
              <a:gs pos="70000">
                <a:srgbClr val="FFFFFF">
                  <a:alpha val="43000"/>
                </a:srgbClr>
              </a:gs>
              <a:gs pos="99000">
                <a:srgbClr val="FFFFFF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8" name="椭圆 7"/>
          <p:cNvSpPr/>
          <p:nvPr/>
        </p:nvSpPr>
        <p:spPr>
          <a:xfrm>
            <a:off x="1816100" y="1841500"/>
            <a:ext cx="3175000" cy="3175000"/>
          </a:xfrm>
          <a:prstGeom prst="ellipse">
            <a:avLst/>
          </a:prstGeom>
          <a:solidFill>
            <a:srgbClr val="002060"/>
          </a:solidFill>
          <a:ln>
            <a:noFill/>
          </a:ln>
          <a:effectLst>
            <a:outerShdw blurRad="406400" sx="102000" sy="102000" algn="ctr" rotWithShape="0">
              <a:prstClr val="black">
                <a:alpha val="26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ea"/>
              <a:sym typeface="+mn-lt"/>
            </a:endParaRPr>
          </a:p>
        </p:txBody>
      </p:sp>
      <p:cxnSp>
        <p:nvCxnSpPr>
          <p:cNvPr id="9" name="直接连接符 8"/>
          <p:cNvCxnSpPr/>
          <p:nvPr/>
        </p:nvCxnSpPr>
        <p:spPr>
          <a:xfrm flipH="1">
            <a:off x="3594100" y="1079500"/>
            <a:ext cx="620714" cy="620713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 flipH="1">
            <a:off x="3984627" y="1496219"/>
            <a:ext cx="230186" cy="230187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 flipH="1">
            <a:off x="3079750" y="5133974"/>
            <a:ext cx="620714" cy="620713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 flipH="1">
            <a:off x="3003550" y="5145087"/>
            <a:ext cx="230186" cy="230187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" name="组合 12"/>
          <p:cNvGrpSpPr/>
          <p:nvPr>
            <p:custDataLst>
              <p:tags r:id="rId3"/>
            </p:custDataLst>
          </p:nvPr>
        </p:nvGrpSpPr>
        <p:grpSpPr>
          <a:xfrm>
            <a:off x="5662194" y="2881105"/>
            <a:ext cx="4713705" cy="1428516"/>
            <a:chOff x="3797607" y="1479654"/>
            <a:chExt cx="6510831" cy="1428516"/>
          </a:xfrm>
        </p:grpSpPr>
        <p:sp>
          <p:nvSpPr>
            <p:cNvPr id="14" name="文本框 13"/>
            <p:cNvSpPr txBox="1"/>
            <p:nvPr>
              <p:custDataLst>
                <p:tags r:id="rId4"/>
              </p:custDataLst>
            </p:nvPr>
          </p:nvSpPr>
          <p:spPr>
            <a:xfrm>
              <a:off x="3797607" y="1479654"/>
              <a:ext cx="5999416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>
                <a:defRPr/>
              </a:pPr>
              <a:r>
                <a:rPr lang="zh-CN" altLang="en-US" sz="4800" b="1" dirty="0">
                  <a:solidFill>
                    <a:srgbClr val="000000">
                      <a:lumMod val="75000"/>
                      <a:lumOff val="25000"/>
                    </a:srgbClr>
                  </a:solidFill>
                  <a:latin typeface="等线" panose="02010600030101010101" charset="-122"/>
                  <a:ea typeface="等线" panose="02010600030101010101" charset="-122"/>
                  <a:cs typeface="+mn-ea"/>
                  <a:sym typeface="+mn-lt"/>
                </a:rPr>
                <a:t>研究成果</a:t>
              </a:r>
              <a:endParaRPr lang="zh-CN" altLang="en-US" sz="4800" b="1" dirty="0">
                <a:solidFill>
                  <a:srgbClr val="000000">
                    <a:lumMod val="75000"/>
                    <a:lumOff val="25000"/>
                  </a:srgbClr>
                </a:solidFill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  <p:sp>
          <p:nvSpPr>
            <p:cNvPr id="15" name="文本框 14"/>
            <p:cNvSpPr txBox="1"/>
            <p:nvPr>
              <p:custDataLst>
                <p:tags r:id="rId5"/>
              </p:custDataLst>
            </p:nvPr>
          </p:nvSpPr>
          <p:spPr>
            <a:xfrm>
              <a:off x="3854368" y="2218814"/>
              <a:ext cx="6454070" cy="689356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>
                <a:lnSpc>
                  <a:spcPct val="114000"/>
                </a:lnSpc>
                <a:defRPr/>
              </a:pPr>
              <a:r>
                <a:rPr lang="en-US" altLang="zh-CN" sz="3600" b="1" dirty="0">
                  <a:solidFill>
                    <a:srgbClr val="000000">
                      <a:lumMod val="75000"/>
                      <a:lumOff val="25000"/>
                    </a:srgbClr>
                  </a:solidFill>
                  <a:latin typeface="等线" panose="02010600030101010101" charset="-122"/>
                  <a:ea typeface="等线" panose="02010600030101010101" charset="-122"/>
                  <a:cs typeface="+mn-ea"/>
                  <a:sym typeface="+mn-lt"/>
                </a:rPr>
                <a:t>Research results </a:t>
              </a:r>
              <a:endParaRPr lang="en-US" altLang="zh-CN" sz="3600" b="1" dirty="0">
                <a:solidFill>
                  <a:srgbClr val="000000">
                    <a:lumMod val="75000"/>
                    <a:lumOff val="25000"/>
                  </a:srgbClr>
                </a:solidFill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</p:grpSp>
      <p:sp>
        <p:nvSpPr>
          <p:cNvPr id="16" name="文本框 15"/>
          <p:cNvSpPr txBox="1"/>
          <p:nvPr/>
        </p:nvSpPr>
        <p:spPr>
          <a:xfrm>
            <a:off x="1917700" y="3434478"/>
            <a:ext cx="2895600" cy="646331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0" i="1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rPr>
              <a:t>Part Four</a:t>
            </a:r>
            <a:endParaRPr kumimoji="0" lang="zh-CN" altLang="en-US" sz="3600" b="0" i="1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ea"/>
              <a:sym typeface="+mn-lt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917700" y="2788147"/>
            <a:ext cx="2895600" cy="707886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4000" b="1" dirty="0">
                <a:solidFill>
                  <a:srgbClr val="FFFFFF"/>
                </a:solidFill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rPr>
              <a:t>四</a:t>
            </a:r>
            <a:endParaRPr kumimoji="0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矩形 31"/>
          <p:cNvSpPr/>
          <p:nvPr/>
        </p:nvSpPr>
        <p:spPr>
          <a:xfrm>
            <a:off x="0" y="-1"/>
            <a:ext cx="12192000" cy="4102101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pic>
        <p:nvPicPr>
          <p:cNvPr id="33" name="图片占位符 12"/>
          <p:cNvPicPr>
            <a:picLocks noChangeAspect="1"/>
          </p:cNvPicPr>
          <p:nvPr/>
        </p:nvPicPr>
        <p:blipFill rotWithShape="1">
          <a:blip r:embed="rId1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18084" b="18087"/>
          <a:stretch>
            <a:fillRect/>
          </a:stretch>
        </p:blipFill>
        <p:spPr>
          <a:xfrm>
            <a:off x="571500" y="608012"/>
            <a:ext cx="11049000" cy="5641976"/>
          </a:xfrm>
          <a:prstGeom prst="roundRect">
            <a:avLst>
              <a:gd name="adj" fmla="val 3701"/>
            </a:avLst>
          </a:prstGeom>
          <a:effectLst>
            <a:softEdge rad="0"/>
          </a:effectLst>
        </p:spPr>
      </p:pic>
      <p:sp>
        <p:nvSpPr>
          <p:cNvPr id="34" name="矩形: 圆角 33"/>
          <p:cNvSpPr/>
          <p:nvPr/>
        </p:nvSpPr>
        <p:spPr>
          <a:xfrm>
            <a:off x="571500" y="608012"/>
            <a:ext cx="11049000" cy="5641976"/>
          </a:xfrm>
          <a:prstGeom prst="roundRect">
            <a:avLst>
              <a:gd name="adj" fmla="val 3422"/>
            </a:avLst>
          </a:prstGeom>
          <a:gradFill>
            <a:gsLst>
              <a:gs pos="0">
                <a:srgbClr val="FFFFFF"/>
              </a:gs>
              <a:gs pos="37000">
                <a:srgbClr val="FFFFFF">
                  <a:alpha val="77000"/>
                </a:srgbClr>
              </a:gs>
              <a:gs pos="70000">
                <a:srgbClr val="FFFFFF">
                  <a:alpha val="43000"/>
                </a:srgbClr>
              </a:gs>
              <a:gs pos="99000">
                <a:srgbClr val="FFFFFF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1389958" y="3264115"/>
            <a:ext cx="9185332" cy="4603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rPr>
              <a:t>测盟汇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rPr>
              <a:t>系统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ea"/>
              <a:sym typeface="+mn-lt"/>
            </a:endParaRPr>
          </a:p>
        </p:txBody>
      </p:sp>
      <p:sp>
        <p:nvSpPr>
          <p:cNvPr id="36" name="椭圆 8"/>
          <p:cNvSpPr/>
          <p:nvPr/>
        </p:nvSpPr>
        <p:spPr>
          <a:xfrm>
            <a:off x="10185400" y="5173414"/>
            <a:ext cx="774699" cy="728799"/>
          </a:xfrm>
          <a:custGeom>
            <a:avLst/>
            <a:gdLst>
              <a:gd name="connsiteX0" fmla="*/ 407966 w 605028"/>
              <a:gd name="connsiteY0" fmla="*/ 148964 h 569181"/>
              <a:gd name="connsiteX1" fmla="*/ 449124 w 605028"/>
              <a:gd name="connsiteY1" fmla="*/ 148964 h 569181"/>
              <a:gd name="connsiteX2" fmla="*/ 450128 w 605028"/>
              <a:gd name="connsiteY2" fmla="*/ 148964 h 569181"/>
              <a:gd name="connsiteX3" fmla="*/ 450702 w 605028"/>
              <a:gd name="connsiteY3" fmla="*/ 149107 h 569181"/>
              <a:gd name="connsiteX4" fmla="*/ 451132 w 605028"/>
              <a:gd name="connsiteY4" fmla="*/ 149107 h 569181"/>
              <a:gd name="connsiteX5" fmla="*/ 451706 w 605028"/>
              <a:gd name="connsiteY5" fmla="*/ 149251 h 569181"/>
              <a:gd name="connsiteX6" fmla="*/ 452136 w 605028"/>
              <a:gd name="connsiteY6" fmla="*/ 149394 h 569181"/>
              <a:gd name="connsiteX7" fmla="*/ 452710 w 605028"/>
              <a:gd name="connsiteY7" fmla="*/ 149537 h 569181"/>
              <a:gd name="connsiteX8" fmla="*/ 453140 w 605028"/>
              <a:gd name="connsiteY8" fmla="*/ 149680 h 569181"/>
              <a:gd name="connsiteX9" fmla="*/ 453570 w 605028"/>
              <a:gd name="connsiteY9" fmla="*/ 149967 h 569181"/>
              <a:gd name="connsiteX10" fmla="*/ 454144 w 605028"/>
              <a:gd name="connsiteY10" fmla="*/ 150110 h 569181"/>
              <a:gd name="connsiteX11" fmla="*/ 454574 w 605028"/>
              <a:gd name="connsiteY11" fmla="*/ 150396 h 569181"/>
              <a:gd name="connsiteX12" fmla="*/ 455004 w 605028"/>
              <a:gd name="connsiteY12" fmla="*/ 150682 h 569181"/>
              <a:gd name="connsiteX13" fmla="*/ 455434 w 605028"/>
              <a:gd name="connsiteY13" fmla="*/ 150969 h 569181"/>
              <a:gd name="connsiteX14" fmla="*/ 455865 w 605028"/>
              <a:gd name="connsiteY14" fmla="*/ 151255 h 569181"/>
              <a:gd name="connsiteX15" fmla="*/ 456582 w 605028"/>
              <a:gd name="connsiteY15" fmla="*/ 151971 h 569181"/>
              <a:gd name="connsiteX16" fmla="*/ 457299 w 605028"/>
              <a:gd name="connsiteY16" fmla="*/ 152830 h 569181"/>
              <a:gd name="connsiteX17" fmla="*/ 457585 w 605028"/>
              <a:gd name="connsiteY17" fmla="*/ 153117 h 569181"/>
              <a:gd name="connsiteX18" fmla="*/ 457872 w 605028"/>
              <a:gd name="connsiteY18" fmla="*/ 153546 h 569181"/>
              <a:gd name="connsiteX19" fmla="*/ 458159 w 605028"/>
              <a:gd name="connsiteY19" fmla="*/ 153976 h 569181"/>
              <a:gd name="connsiteX20" fmla="*/ 458446 w 605028"/>
              <a:gd name="connsiteY20" fmla="*/ 154549 h 569181"/>
              <a:gd name="connsiteX21" fmla="*/ 458589 w 605028"/>
              <a:gd name="connsiteY21" fmla="*/ 154978 h 569181"/>
              <a:gd name="connsiteX22" fmla="*/ 458876 w 605028"/>
              <a:gd name="connsiteY22" fmla="*/ 155408 h 569181"/>
              <a:gd name="connsiteX23" fmla="*/ 459020 w 605028"/>
              <a:gd name="connsiteY23" fmla="*/ 155837 h 569181"/>
              <a:gd name="connsiteX24" fmla="*/ 459163 w 605028"/>
              <a:gd name="connsiteY24" fmla="*/ 156410 h 569181"/>
              <a:gd name="connsiteX25" fmla="*/ 459306 w 605028"/>
              <a:gd name="connsiteY25" fmla="*/ 156840 h 569181"/>
              <a:gd name="connsiteX26" fmla="*/ 459450 w 605028"/>
              <a:gd name="connsiteY26" fmla="*/ 157412 h 569181"/>
              <a:gd name="connsiteX27" fmla="*/ 459593 w 605028"/>
              <a:gd name="connsiteY27" fmla="*/ 157985 h 569181"/>
              <a:gd name="connsiteX28" fmla="*/ 459593 w 605028"/>
              <a:gd name="connsiteY28" fmla="*/ 158415 h 569181"/>
              <a:gd name="connsiteX29" fmla="*/ 459593 w 605028"/>
              <a:gd name="connsiteY29" fmla="*/ 159417 h 569181"/>
              <a:gd name="connsiteX30" fmla="*/ 459593 w 605028"/>
              <a:gd name="connsiteY30" fmla="*/ 200511 h 569181"/>
              <a:gd name="connsiteX31" fmla="*/ 449124 w 605028"/>
              <a:gd name="connsiteY31" fmla="*/ 210964 h 569181"/>
              <a:gd name="connsiteX32" fmla="*/ 438655 w 605028"/>
              <a:gd name="connsiteY32" fmla="*/ 200511 h 569181"/>
              <a:gd name="connsiteX33" fmla="*/ 438655 w 605028"/>
              <a:gd name="connsiteY33" fmla="*/ 184761 h 569181"/>
              <a:gd name="connsiteX34" fmla="*/ 339272 w 605028"/>
              <a:gd name="connsiteY34" fmla="*/ 283989 h 569181"/>
              <a:gd name="connsiteX35" fmla="*/ 331815 w 605028"/>
              <a:gd name="connsiteY35" fmla="*/ 286996 h 569181"/>
              <a:gd name="connsiteX36" fmla="*/ 324357 w 605028"/>
              <a:gd name="connsiteY36" fmla="*/ 283989 h 569181"/>
              <a:gd name="connsiteX37" fmla="*/ 273160 w 605028"/>
              <a:gd name="connsiteY37" fmla="*/ 232872 h 569181"/>
              <a:gd name="connsiteX38" fmla="*/ 163307 w 605028"/>
              <a:gd name="connsiteY38" fmla="*/ 342552 h 569181"/>
              <a:gd name="connsiteX39" fmla="*/ 155850 w 605028"/>
              <a:gd name="connsiteY39" fmla="*/ 345559 h 569181"/>
              <a:gd name="connsiteX40" fmla="*/ 148393 w 605028"/>
              <a:gd name="connsiteY40" fmla="*/ 342552 h 569181"/>
              <a:gd name="connsiteX41" fmla="*/ 148393 w 605028"/>
              <a:gd name="connsiteY41" fmla="*/ 327661 h 569181"/>
              <a:gd name="connsiteX42" fmla="*/ 265702 w 605028"/>
              <a:gd name="connsiteY42" fmla="*/ 210534 h 569181"/>
              <a:gd name="connsiteX43" fmla="*/ 272156 w 605028"/>
              <a:gd name="connsiteY43" fmla="*/ 207528 h 569181"/>
              <a:gd name="connsiteX44" fmla="*/ 273160 w 605028"/>
              <a:gd name="connsiteY44" fmla="*/ 207528 h 569181"/>
              <a:gd name="connsiteX45" fmla="*/ 274164 w 605028"/>
              <a:gd name="connsiteY45" fmla="*/ 207528 h 569181"/>
              <a:gd name="connsiteX46" fmla="*/ 280617 w 605028"/>
              <a:gd name="connsiteY46" fmla="*/ 210534 h 569181"/>
              <a:gd name="connsiteX47" fmla="*/ 331815 w 605028"/>
              <a:gd name="connsiteY47" fmla="*/ 261652 h 569181"/>
              <a:gd name="connsiteX48" fmla="*/ 423741 w 605028"/>
              <a:gd name="connsiteY48" fmla="*/ 169869 h 569181"/>
              <a:gd name="connsiteX49" fmla="*/ 407966 w 605028"/>
              <a:gd name="connsiteY49" fmla="*/ 169869 h 569181"/>
              <a:gd name="connsiteX50" fmla="*/ 397497 w 605028"/>
              <a:gd name="connsiteY50" fmla="*/ 159417 h 569181"/>
              <a:gd name="connsiteX51" fmla="*/ 407966 w 605028"/>
              <a:gd name="connsiteY51" fmla="*/ 148964 h 569181"/>
              <a:gd name="connsiteX52" fmla="*/ 94074 w 605028"/>
              <a:gd name="connsiteY52" fmla="*/ 93909 h 569181"/>
              <a:gd name="connsiteX53" fmla="*/ 94074 w 605028"/>
              <a:gd name="connsiteY53" fmla="*/ 400689 h 569181"/>
              <a:gd name="connsiteX54" fmla="*/ 510954 w 605028"/>
              <a:gd name="connsiteY54" fmla="*/ 400689 h 569181"/>
              <a:gd name="connsiteX55" fmla="*/ 510954 w 605028"/>
              <a:gd name="connsiteY55" fmla="*/ 93909 h 569181"/>
              <a:gd name="connsiteX56" fmla="*/ 302586 w 605028"/>
              <a:gd name="connsiteY56" fmla="*/ 93909 h 569181"/>
              <a:gd name="connsiteX57" fmla="*/ 302586 w 605028"/>
              <a:gd name="connsiteY57" fmla="*/ 0 h 569181"/>
              <a:gd name="connsiteX58" fmla="*/ 313055 w 605028"/>
              <a:gd name="connsiteY58" fmla="*/ 10450 h 569181"/>
              <a:gd name="connsiteX59" fmla="*/ 313055 w 605028"/>
              <a:gd name="connsiteY59" fmla="*/ 72865 h 569181"/>
              <a:gd name="connsiteX60" fmla="*/ 521566 w 605028"/>
              <a:gd name="connsiteY60" fmla="*/ 72865 h 569181"/>
              <a:gd name="connsiteX61" fmla="*/ 594560 w 605028"/>
              <a:gd name="connsiteY61" fmla="*/ 72865 h 569181"/>
              <a:gd name="connsiteX62" fmla="*/ 605028 w 605028"/>
              <a:gd name="connsiteY62" fmla="*/ 83315 h 569181"/>
              <a:gd name="connsiteX63" fmla="*/ 594560 w 605028"/>
              <a:gd name="connsiteY63" fmla="*/ 93909 h 569181"/>
              <a:gd name="connsiteX64" fmla="*/ 532035 w 605028"/>
              <a:gd name="connsiteY64" fmla="*/ 93909 h 569181"/>
              <a:gd name="connsiteX65" fmla="*/ 532035 w 605028"/>
              <a:gd name="connsiteY65" fmla="*/ 411282 h 569181"/>
              <a:gd name="connsiteX66" fmla="*/ 521566 w 605028"/>
              <a:gd name="connsiteY66" fmla="*/ 421732 h 569181"/>
              <a:gd name="connsiteX67" fmla="*/ 327969 w 605028"/>
              <a:gd name="connsiteY67" fmla="*/ 421732 h 569181"/>
              <a:gd name="connsiteX68" fmla="*/ 457607 w 605028"/>
              <a:gd name="connsiteY68" fmla="*/ 551144 h 569181"/>
              <a:gd name="connsiteX69" fmla="*/ 457607 w 605028"/>
              <a:gd name="connsiteY69" fmla="*/ 566032 h 569181"/>
              <a:gd name="connsiteX70" fmla="*/ 450150 w 605028"/>
              <a:gd name="connsiteY70" fmla="*/ 569181 h 569181"/>
              <a:gd name="connsiteX71" fmla="*/ 442693 w 605028"/>
              <a:gd name="connsiteY71" fmla="*/ 566032 h 569181"/>
              <a:gd name="connsiteX72" fmla="*/ 313055 w 605028"/>
              <a:gd name="connsiteY72" fmla="*/ 436620 h 569181"/>
              <a:gd name="connsiteX73" fmla="*/ 313055 w 605028"/>
              <a:gd name="connsiteY73" fmla="*/ 557013 h 569181"/>
              <a:gd name="connsiteX74" fmla="*/ 302586 w 605028"/>
              <a:gd name="connsiteY74" fmla="*/ 567463 h 569181"/>
              <a:gd name="connsiteX75" fmla="*/ 291974 w 605028"/>
              <a:gd name="connsiteY75" fmla="*/ 557013 h 569181"/>
              <a:gd name="connsiteX76" fmla="*/ 291974 w 605028"/>
              <a:gd name="connsiteY76" fmla="*/ 436620 h 569181"/>
              <a:gd name="connsiteX77" fmla="*/ 163913 w 605028"/>
              <a:gd name="connsiteY77" fmla="*/ 564600 h 569181"/>
              <a:gd name="connsiteX78" fmla="*/ 156456 w 605028"/>
              <a:gd name="connsiteY78" fmla="*/ 567607 h 569181"/>
              <a:gd name="connsiteX79" fmla="*/ 148999 w 605028"/>
              <a:gd name="connsiteY79" fmla="*/ 564600 h 569181"/>
              <a:gd name="connsiteX80" fmla="*/ 148999 w 605028"/>
              <a:gd name="connsiteY80" fmla="*/ 549712 h 569181"/>
              <a:gd name="connsiteX81" fmla="*/ 277203 w 605028"/>
              <a:gd name="connsiteY81" fmla="*/ 421732 h 569181"/>
              <a:gd name="connsiteX82" fmla="*/ 83462 w 605028"/>
              <a:gd name="connsiteY82" fmla="*/ 421732 h 569181"/>
              <a:gd name="connsiteX83" fmla="*/ 72993 w 605028"/>
              <a:gd name="connsiteY83" fmla="*/ 411282 h 569181"/>
              <a:gd name="connsiteX84" fmla="*/ 72993 w 605028"/>
              <a:gd name="connsiteY84" fmla="*/ 93909 h 569181"/>
              <a:gd name="connsiteX85" fmla="*/ 10468 w 605028"/>
              <a:gd name="connsiteY85" fmla="*/ 93909 h 569181"/>
              <a:gd name="connsiteX86" fmla="*/ 0 w 605028"/>
              <a:gd name="connsiteY86" fmla="*/ 83315 h 569181"/>
              <a:gd name="connsiteX87" fmla="*/ 10468 w 605028"/>
              <a:gd name="connsiteY87" fmla="*/ 72865 h 569181"/>
              <a:gd name="connsiteX88" fmla="*/ 83462 w 605028"/>
              <a:gd name="connsiteY88" fmla="*/ 72865 h 569181"/>
              <a:gd name="connsiteX89" fmla="*/ 291974 w 605028"/>
              <a:gd name="connsiteY89" fmla="*/ 72865 h 569181"/>
              <a:gd name="connsiteX90" fmla="*/ 291974 w 605028"/>
              <a:gd name="connsiteY90" fmla="*/ 10450 h 569181"/>
              <a:gd name="connsiteX91" fmla="*/ 302586 w 605028"/>
              <a:gd name="connsiteY91" fmla="*/ 0 h 5691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</a:cxnLst>
            <a:rect l="l" t="t" r="r" b="b"/>
            <a:pathLst>
              <a:path w="605028" h="569181">
                <a:moveTo>
                  <a:pt x="407966" y="148964"/>
                </a:moveTo>
                <a:lnTo>
                  <a:pt x="449124" y="148964"/>
                </a:lnTo>
                <a:cubicBezTo>
                  <a:pt x="449555" y="148964"/>
                  <a:pt x="449841" y="148964"/>
                  <a:pt x="450128" y="148964"/>
                </a:cubicBezTo>
                <a:cubicBezTo>
                  <a:pt x="450272" y="148964"/>
                  <a:pt x="450415" y="148964"/>
                  <a:pt x="450702" y="149107"/>
                </a:cubicBezTo>
                <a:cubicBezTo>
                  <a:pt x="450845" y="149107"/>
                  <a:pt x="450989" y="149107"/>
                  <a:pt x="451132" y="149107"/>
                </a:cubicBezTo>
                <a:cubicBezTo>
                  <a:pt x="451419" y="149107"/>
                  <a:pt x="451562" y="149251"/>
                  <a:pt x="451706" y="149251"/>
                </a:cubicBezTo>
                <a:cubicBezTo>
                  <a:pt x="451849" y="149251"/>
                  <a:pt x="451992" y="149394"/>
                  <a:pt x="452136" y="149394"/>
                </a:cubicBezTo>
                <a:cubicBezTo>
                  <a:pt x="452423" y="149394"/>
                  <a:pt x="452566" y="149537"/>
                  <a:pt x="452710" y="149537"/>
                </a:cubicBezTo>
                <a:cubicBezTo>
                  <a:pt x="452853" y="149537"/>
                  <a:pt x="452996" y="149680"/>
                  <a:pt x="453140" y="149680"/>
                </a:cubicBezTo>
                <a:cubicBezTo>
                  <a:pt x="453283" y="149823"/>
                  <a:pt x="453427" y="149823"/>
                  <a:pt x="453570" y="149967"/>
                </a:cubicBezTo>
                <a:cubicBezTo>
                  <a:pt x="453713" y="149967"/>
                  <a:pt x="454000" y="150110"/>
                  <a:pt x="454144" y="150110"/>
                </a:cubicBezTo>
                <a:cubicBezTo>
                  <a:pt x="454287" y="150253"/>
                  <a:pt x="454430" y="150396"/>
                  <a:pt x="454574" y="150396"/>
                </a:cubicBezTo>
                <a:cubicBezTo>
                  <a:pt x="454717" y="150539"/>
                  <a:pt x="454861" y="150539"/>
                  <a:pt x="455004" y="150682"/>
                </a:cubicBezTo>
                <a:cubicBezTo>
                  <a:pt x="455148" y="150826"/>
                  <a:pt x="455291" y="150969"/>
                  <a:pt x="455434" y="150969"/>
                </a:cubicBezTo>
                <a:cubicBezTo>
                  <a:pt x="455578" y="151112"/>
                  <a:pt x="455721" y="151255"/>
                  <a:pt x="455865" y="151255"/>
                </a:cubicBezTo>
                <a:cubicBezTo>
                  <a:pt x="456008" y="151542"/>
                  <a:pt x="456295" y="151685"/>
                  <a:pt x="456582" y="151971"/>
                </a:cubicBezTo>
                <a:cubicBezTo>
                  <a:pt x="456868" y="152258"/>
                  <a:pt x="457012" y="152544"/>
                  <a:pt x="457299" y="152830"/>
                </a:cubicBezTo>
                <a:cubicBezTo>
                  <a:pt x="457299" y="152830"/>
                  <a:pt x="457442" y="152973"/>
                  <a:pt x="457585" y="153117"/>
                </a:cubicBezTo>
                <a:cubicBezTo>
                  <a:pt x="457585" y="153260"/>
                  <a:pt x="457729" y="153403"/>
                  <a:pt x="457872" y="153546"/>
                </a:cubicBezTo>
                <a:cubicBezTo>
                  <a:pt x="458016" y="153689"/>
                  <a:pt x="458016" y="153833"/>
                  <a:pt x="458159" y="153976"/>
                </a:cubicBezTo>
                <a:cubicBezTo>
                  <a:pt x="458303" y="154262"/>
                  <a:pt x="458303" y="154262"/>
                  <a:pt x="458446" y="154549"/>
                </a:cubicBezTo>
                <a:cubicBezTo>
                  <a:pt x="458446" y="154692"/>
                  <a:pt x="458589" y="154835"/>
                  <a:pt x="458589" y="154978"/>
                </a:cubicBezTo>
                <a:cubicBezTo>
                  <a:pt x="458733" y="155121"/>
                  <a:pt x="458733" y="155264"/>
                  <a:pt x="458876" y="155408"/>
                </a:cubicBezTo>
                <a:cubicBezTo>
                  <a:pt x="458876" y="155551"/>
                  <a:pt x="459020" y="155694"/>
                  <a:pt x="459020" y="155837"/>
                </a:cubicBezTo>
                <a:cubicBezTo>
                  <a:pt x="459020" y="155980"/>
                  <a:pt x="459163" y="156267"/>
                  <a:pt x="459163" y="156410"/>
                </a:cubicBezTo>
                <a:cubicBezTo>
                  <a:pt x="459306" y="156553"/>
                  <a:pt x="459306" y="156696"/>
                  <a:pt x="459306" y="156840"/>
                </a:cubicBezTo>
                <a:cubicBezTo>
                  <a:pt x="459306" y="156983"/>
                  <a:pt x="459450" y="157269"/>
                  <a:pt x="459450" y="157412"/>
                </a:cubicBezTo>
                <a:cubicBezTo>
                  <a:pt x="459450" y="157555"/>
                  <a:pt x="459450" y="157699"/>
                  <a:pt x="459593" y="157985"/>
                </a:cubicBezTo>
                <a:cubicBezTo>
                  <a:pt x="459593" y="158128"/>
                  <a:pt x="459593" y="158271"/>
                  <a:pt x="459593" y="158415"/>
                </a:cubicBezTo>
                <a:cubicBezTo>
                  <a:pt x="459593" y="158701"/>
                  <a:pt x="459593" y="159130"/>
                  <a:pt x="459593" y="159417"/>
                </a:cubicBezTo>
                <a:lnTo>
                  <a:pt x="459593" y="200511"/>
                </a:lnTo>
                <a:cubicBezTo>
                  <a:pt x="459593" y="206239"/>
                  <a:pt x="455004" y="210964"/>
                  <a:pt x="449124" y="210964"/>
                </a:cubicBezTo>
                <a:cubicBezTo>
                  <a:pt x="443244" y="210964"/>
                  <a:pt x="438655" y="206239"/>
                  <a:pt x="438655" y="200511"/>
                </a:cubicBezTo>
                <a:lnTo>
                  <a:pt x="438655" y="184761"/>
                </a:lnTo>
                <a:lnTo>
                  <a:pt x="339272" y="283989"/>
                </a:lnTo>
                <a:cubicBezTo>
                  <a:pt x="337264" y="285994"/>
                  <a:pt x="334539" y="286996"/>
                  <a:pt x="331815" y="286996"/>
                </a:cubicBezTo>
                <a:cubicBezTo>
                  <a:pt x="329090" y="286996"/>
                  <a:pt x="326508" y="285994"/>
                  <a:pt x="324357" y="283989"/>
                </a:cubicBezTo>
                <a:lnTo>
                  <a:pt x="273160" y="232872"/>
                </a:lnTo>
                <a:lnTo>
                  <a:pt x="163307" y="342552"/>
                </a:lnTo>
                <a:cubicBezTo>
                  <a:pt x="161300" y="344557"/>
                  <a:pt x="158575" y="345559"/>
                  <a:pt x="155850" y="345559"/>
                </a:cubicBezTo>
                <a:cubicBezTo>
                  <a:pt x="153125" y="345559"/>
                  <a:pt x="150544" y="344557"/>
                  <a:pt x="148393" y="342552"/>
                </a:cubicBezTo>
                <a:cubicBezTo>
                  <a:pt x="144377" y="338400"/>
                  <a:pt x="144377" y="331813"/>
                  <a:pt x="148393" y="327661"/>
                </a:cubicBezTo>
                <a:lnTo>
                  <a:pt x="265702" y="210534"/>
                </a:lnTo>
                <a:cubicBezTo>
                  <a:pt x="267567" y="208816"/>
                  <a:pt x="269861" y="207814"/>
                  <a:pt x="272156" y="207528"/>
                </a:cubicBezTo>
                <a:cubicBezTo>
                  <a:pt x="272443" y="207528"/>
                  <a:pt x="272873" y="207528"/>
                  <a:pt x="273160" y="207528"/>
                </a:cubicBezTo>
                <a:cubicBezTo>
                  <a:pt x="273447" y="207528"/>
                  <a:pt x="273877" y="207528"/>
                  <a:pt x="274164" y="207528"/>
                </a:cubicBezTo>
                <a:cubicBezTo>
                  <a:pt x="276602" y="207814"/>
                  <a:pt x="278753" y="208816"/>
                  <a:pt x="280617" y="210534"/>
                </a:cubicBezTo>
                <a:lnTo>
                  <a:pt x="331815" y="261652"/>
                </a:lnTo>
                <a:lnTo>
                  <a:pt x="423741" y="169869"/>
                </a:lnTo>
                <a:lnTo>
                  <a:pt x="407966" y="169869"/>
                </a:lnTo>
                <a:cubicBezTo>
                  <a:pt x="402229" y="169869"/>
                  <a:pt x="397497" y="165288"/>
                  <a:pt x="397497" y="159417"/>
                </a:cubicBezTo>
                <a:cubicBezTo>
                  <a:pt x="397497" y="153689"/>
                  <a:pt x="402229" y="148964"/>
                  <a:pt x="407966" y="148964"/>
                </a:cubicBezTo>
                <a:close/>
                <a:moveTo>
                  <a:pt x="94074" y="93909"/>
                </a:moveTo>
                <a:lnTo>
                  <a:pt x="94074" y="400689"/>
                </a:lnTo>
                <a:lnTo>
                  <a:pt x="510954" y="400689"/>
                </a:lnTo>
                <a:lnTo>
                  <a:pt x="510954" y="93909"/>
                </a:lnTo>
                <a:lnTo>
                  <a:pt x="302586" y="93909"/>
                </a:lnTo>
                <a:close/>
                <a:moveTo>
                  <a:pt x="302586" y="0"/>
                </a:moveTo>
                <a:cubicBezTo>
                  <a:pt x="308322" y="0"/>
                  <a:pt x="313055" y="4581"/>
                  <a:pt x="313055" y="10450"/>
                </a:cubicBezTo>
                <a:lnTo>
                  <a:pt x="313055" y="72865"/>
                </a:lnTo>
                <a:lnTo>
                  <a:pt x="521566" y="72865"/>
                </a:lnTo>
                <a:lnTo>
                  <a:pt x="594560" y="72865"/>
                </a:lnTo>
                <a:cubicBezTo>
                  <a:pt x="600296" y="72865"/>
                  <a:pt x="605028" y="77589"/>
                  <a:pt x="605028" y="83315"/>
                </a:cubicBezTo>
                <a:cubicBezTo>
                  <a:pt x="605028" y="89185"/>
                  <a:pt x="600296" y="93909"/>
                  <a:pt x="594560" y="93909"/>
                </a:cubicBezTo>
                <a:lnTo>
                  <a:pt x="532035" y="93909"/>
                </a:lnTo>
                <a:lnTo>
                  <a:pt x="532035" y="411282"/>
                </a:lnTo>
                <a:cubicBezTo>
                  <a:pt x="532035" y="417008"/>
                  <a:pt x="527302" y="421732"/>
                  <a:pt x="521566" y="421732"/>
                </a:cubicBezTo>
                <a:lnTo>
                  <a:pt x="327969" y="421732"/>
                </a:lnTo>
                <a:lnTo>
                  <a:pt x="457607" y="551144"/>
                </a:lnTo>
                <a:cubicBezTo>
                  <a:pt x="461623" y="555295"/>
                  <a:pt x="461623" y="561880"/>
                  <a:pt x="457607" y="566032"/>
                </a:cubicBezTo>
                <a:cubicBezTo>
                  <a:pt x="455456" y="568036"/>
                  <a:pt x="452875" y="569181"/>
                  <a:pt x="450150" y="569181"/>
                </a:cubicBezTo>
                <a:cubicBezTo>
                  <a:pt x="447426" y="569181"/>
                  <a:pt x="444701" y="568036"/>
                  <a:pt x="442693" y="566032"/>
                </a:cubicBezTo>
                <a:lnTo>
                  <a:pt x="313055" y="436620"/>
                </a:lnTo>
                <a:lnTo>
                  <a:pt x="313055" y="557013"/>
                </a:lnTo>
                <a:cubicBezTo>
                  <a:pt x="313055" y="562882"/>
                  <a:pt x="308322" y="567463"/>
                  <a:pt x="302586" y="567463"/>
                </a:cubicBezTo>
                <a:cubicBezTo>
                  <a:pt x="296706" y="567463"/>
                  <a:pt x="291974" y="562882"/>
                  <a:pt x="291974" y="557013"/>
                </a:cubicBezTo>
                <a:lnTo>
                  <a:pt x="291974" y="436620"/>
                </a:lnTo>
                <a:lnTo>
                  <a:pt x="163913" y="564600"/>
                </a:lnTo>
                <a:cubicBezTo>
                  <a:pt x="161762" y="566604"/>
                  <a:pt x="159180" y="567607"/>
                  <a:pt x="156456" y="567607"/>
                </a:cubicBezTo>
                <a:cubicBezTo>
                  <a:pt x="153731" y="567607"/>
                  <a:pt x="151006" y="566604"/>
                  <a:pt x="148999" y="564600"/>
                </a:cubicBezTo>
                <a:cubicBezTo>
                  <a:pt x="144840" y="560449"/>
                  <a:pt x="144840" y="553721"/>
                  <a:pt x="148999" y="549712"/>
                </a:cubicBezTo>
                <a:lnTo>
                  <a:pt x="277203" y="421732"/>
                </a:lnTo>
                <a:lnTo>
                  <a:pt x="83462" y="421732"/>
                </a:lnTo>
                <a:cubicBezTo>
                  <a:pt x="77726" y="421732"/>
                  <a:pt x="72993" y="417008"/>
                  <a:pt x="72993" y="411282"/>
                </a:cubicBezTo>
                <a:lnTo>
                  <a:pt x="72993" y="93909"/>
                </a:lnTo>
                <a:lnTo>
                  <a:pt x="10468" y="93909"/>
                </a:lnTo>
                <a:cubicBezTo>
                  <a:pt x="4732" y="93909"/>
                  <a:pt x="0" y="89185"/>
                  <a:pt x="0" y="83315"/>
                </a:cubicBezTo>
                <a:cubicBezTo>
                  <a:pt x="0" y="77589"/>
                  <a:pt x="4732" y="72865"/>
                  <a:pt x="10468" y="72865"/>
                </a:cubicBezTo>
                <a:lnTo>
                  <a:pt x="83462" y="72865"/>
                </a:lnTo>
                <a:lnTo>
                  <a:pt x="291974" y="72865"/>
                </a:lnTo>
                <a:lnTo>
                  <a:pt x="291974" y="10450"/>
                </a:lnTo>
                <a:cubicBezTo>
                  <a:pt x="291974" y="4581"/>
                  <a:pt x="296706" y="0"/>
                  <a:pt x="302586" y="0"/>
                </a:cubicBezTo>
                <a:close/>
              </a:path>
            </a:pathLst>
          </a:cu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ea"/>
              <a:sym typeface="+mn-lt"/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1127992" y="4393798"/>
            <a:ext cx="2841335" cy="487917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>
              <a:defRPr/>
            </a:pPr>
            <a:r>
              <a:rPr lang="zh-CN" altLang="en-US" sz="1600" b="1" dirty="0">
                <a:cs typeface="+mn-ea"/>
                <a:sym typeface="+mn-lt"/>
              </a:rPr>
              <a:t>答辩团队：</a:t>
            </a:r>
            <a:r>
              <a:rPr lang="en-US" altLang="zh-CN" sz="1600" b="1" dirty="0">
                <a:cs typeface="+mn-ea"/>
                <a:sym typeface="+mn-lt"/>
              </a:rPr>
              <a:t>cmh</a:t>
            </a:r>
            <a:r>
              <a:rPr lang="zh-CN" altLang="en-US" sz="1600" b="1" dirty="0">
                <a:cs typeface="+mn-ea"/>
                <a:sym typeface="+mn-lt"/>
              </a:rPr>
              <a:t>系统</a:t>
            </a:r>
            <a:endParaRPr lang="zh-CN" altLang="en-US" sz="1600" b="1" dirty="0">
              <a:cs typeface="+mn-ea"/>
              <a:sym typeface="+mn-lt"/>
            </a:endParaRPr>
          </a:p>
        </p:txBody>
      </p:sp>
      <p:sp>
        <p:nvSpPr>
          <p:cNvPr id="48" name="文本框 47"/>
          <p:cNvSpPr txBox="1"/>
          <p:nvPr/>
        </p:nvSpPr>
        <p:spPr>
          <a:xfrm>
            <a:off x="3396905" y="2029021"/>
            <a:ext cx="8649335" cy="769441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4400" b="1" dirty="0">
                <a:solidFill>
                  <a:srgbClr val="000000">
                    <a:lumMod val="75000"/>
                    <a:lumOff val="25000"/>
                  </a:srgbClr>
                </a:solidFill>
                <a:latin typeface="等线" panose="02010600030101010101" charset="-122"/>
                <a:ea typeface="等线" panose="02010600030101010101" charset="-122"/>
                <a:cs typeface="+mn-ea"/>
              </a:rPr>
              <a:t>请评委老师批评指正</a:t>
            </a:r>
            <a:endParaRPr kumimoji="0" lang="zh-CN" altLang="en-US" sz="4400" b="1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3.0"/>
  <p:tag name="KSO_WM_BEAUTIFY_FLAG" val="#wm#"/>
  <p:tag name="KSO_WM_UNIT_ID" val="_2**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3.0"/>
  <p:tag name="KSO_WM_BEAUTIFY_FLAG" val="#wm#"/>
  <p:tag name="KSO_WM_UNIT_ID" val="_2**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3.0"/>
  <p:tag name="KSO_WM_BEAUTIFY_FLAG" val="#wm#"/>
  <p:tag name="KSO_WM_UNIT_ID" val="_2**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31140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31140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18.xml><?xml version="1.0" encoding="utf-8"?>
<p:tagLst xmlns:p="http://schemas.openxmlformats.org/presentationml/2006/main">
  <p:tag name="KSO_WM_BEAUTIFY_FLAG" val="#wm#"/>
  <p:tag name="KSO_WM_TEMPLATE_CATEGORY" val="custom"/>
  <p:tag name="KSO_WM_TEMPLATE_MASTER_TYPE" val="0"/>
  <p:tag name="KSO_WM_TEMPLATE_COLOR_TYPE" val="0"/>
  <p:tag name="KSO_WM_TEMPLATE_INDEX" val="20231140"/>
  <p:tag name="KSO_WM_TEMPLATE_SUBCATEGORY" val="0"/>
  <p:tag name="KSO_WM_TAG_VERSION" val="3.0"/>
</p:tagLst>
</file>

<file path=ppt/tags/tag19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custom20229846_1*i*2"/>
  <p:tag name="KSO_WM_TEMPLATE_CATEGORY" val="custom"/>
  <p:tag name="KSO_WM_TEMPLATE_INDEX" val="20229846"/>
  <p:tag name="KSO_WM_UNIT_LAYERLEVEL" val="1"/>
  <p:tag name="KSO_WM_TAG_VERSION" val="3.0"/>
</p:tagLst>
</file>

<file path=ppt/tags/tag20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2"/>
  <p:tag name="KSO_WM_TEMPLATE_CATEGORY" val="custom"/>
  <p:tag name="KSO_WM_UNIT_LAYERLEVEL" val="1"/>
  <p:tag name="KSO_WM_TAG_VERSION" val="3.0"/>
  <p:tag name="KSO_WM_BEAUTIFY_FLAG" val="#wm#"/>
  <p:tag name="KSO_WM_UNIT_PRESET_TEXT" val="单击此处添加标题"/>
  <p:tag name="KSO_WM_TEMPLATE_INDEX" val="20231145"/>
  <p:tag name="KSO_WM_UNIT_ID" val="custom20231145_1*a*1"/>
</p:tagLst>
</file>

<file path=ppt/tags/tag21.xml><?xml version="1.0" encoding="utf-8"?>
<p:tagLst xmlns:p="http://schemas.openxmlformats.org/presentationml/2006/main">
  <p:tag name="KSO_WM_BEAUTIFY_FLAG" val="#wm#"/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2"/>
  <p:tag name="KSO_WM_UNIT_ID" val="custom20229846_1*f*2"/>
  <p:tag name="KSO_WM_TEMPLATE_CATEGORY" val="custom"/>
  <p:tag name="KSO_WM_TEMPLATE_INDEX" val="20229846"/>
  <p:tag name="KSO_WM_UNIT_LAYERLEVEL" val="1"/>
  <p:tag name="KSO_WM_TAG_VERSION" val="3.0"/>
  <p:tag name="KSO_WM_UNIT_SUBTYPE" val="a"/>
  <p:tag name="KSO_WM_UNIT_VALUE" val="54"/>
  <p:tag name="KSO_WM_UNIT_PRESET_TEXT" val="单击此处添加文本内容，简明扼要地阐述您的观点。根据需要可酌情增减文字"/>
</p:tagLst>
</file>

<file path=ppt/tags/tag22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custom20229846_1*i*3"/>
  <p:tag name="KSO_WM_TEMPLATE_CATEGORY" val="custom"/>
  <p:tag name="KSO_WM_TEMPLATE_INDEX" val="20229846"/>
  <p:tag name="KSO_WM_UNIT_LAYERLEVEL" val="1"/>
  <p:tag name="KSO_WM_TAG_VERSION" val="3.0"/>
</p:tagLst>
</file>

<file path=ppt/tags/tag23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custom20229846_1*i*4"/>
  <p:tag name="KSO_WM_TEMPLATE_CATEGORY" val="custom"/>
  <p:tag name="KSO_WM_TEMPLATE_INDEX" val="20229846"/>
  <p:tag name="KSO_WM_UNIT_LAYERLEVEL" val="1"/>
  <p:tag name="KSO_WM_TAG_VERSION" val="3.0"/>
</p:tagLst>
</file>

<file path=ppt/tags/tag24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custom20229846_1*i*5"/>
  <p:tag name="KSO_WM_TEMPLATE_CATEGORY" val="custom"/>
  <p:tag name="KSO_WM_TEMPLATE_INDEX" val="20229846"/>
  <p:tag name="KSO_WM_UNIT_LAYERLEVEL" val="1"/>
  <p:tag name="KSO_WM_TAG_VERSION" val="3.0"/>
</p:tagLst>
</file>

<file path=ppt/tags/tag25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"/>
  <p:tag name="KSO_WM_UNIT_ID" val="custom20229846_1*i*6"/>
  <p:tag name="KSO_WM_TEMPLATE_CATEGORY" val="custom"/>
  <p:tag name="KSO_WM_TEMPLATE_INDEX" val="20229846"/>
  <p:tag name="KSO_WM_UNIT_LAYERLEVEL" val="1"/>
  <p:tag name="KSO_WM_TAG_VERSION" val="3.0"/>
</p:tagLst>
</file>

<file path=ppt/tags/tag26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3"/>
  <p:tag name="KSO_WM_UNIT_ID" val="custom20229846_1*i*13"/>
  <p:tag name="KSO_WM_TEMPLATE_CATEGORY" val="custom"/>
  <p:tag name="KSO_WM_TEMPLATE_INDEX" val="20229846"/>
  <p:tag name="KSO_WM_UNIT_LAYERLEVEL" val="1"/>
  <p:tag name="KSO_WM_TAG_VERSION" val="3.0"/>
</p:tagLst>
</file>

<file path=ppt/tags/tag27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custom20229846_1*i*7"/>
  <p:tag name="KSO_WM_TEMPLATE_CATEGORY" val="custom"/>
  <p:tag name="KSO_WM_TEMPLATE_INDEX" val="20229846"/>
  <p:tag name="KSO_WM_UNIT_LAYERLEVEL" val="1"/>
  <p:tag name="KSO_WM_TAG_VERSION" val="3.0"/>
</p:tagLst>
</file>

<file path=ppt/tags/tag28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"/>
  <p:tag name="KSO_WM_UNIT_ID" val="custom20229846_1*i*8"/>
  <p:tag name="KSO_WM_TEMPLATE_CATEGORY" val="custom"/>
  <p:tag name="KSO_WM_TEMPLATE_INDEX" val="20229846"/>
  <p:tag name="KSO_WM_UNIT_LAYERLEVEL" val="1"/>
  <p:tag name="KSO_WM_TAG_VERSION" val="3.0"/>
</p:tagLst>
</file>

<file path=ppt/tags/tag29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9"/>
  <p:tag name="KSO_WM_UNIT_ID" val="custom20229846_1*i*9"/>
  <p:tag name="KSO_WM_TEMPLATE_CATEGORY" val="custom"/>
  <p:tag name="KSO_WM_TEMPLATE_INDEX" val="20229846"/>
  <p:tag name="KSO_WM_UNIT_LAYERLEVEL" val="1"/>
  <p:tag name="KSO_WM_TAG_VERSION" val="3.0"/>
</p:tagLst>
</file>

<file path=ppt/tags/tag30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custom20229846_1*i*1"/>
  <p:tag name="KSO_WM_TEMPLATE_CATEGORY" val="custom"/>
  <p:tag name="KSO_WM_TEMPLATE_INDEX" val="20229846"/>
  <p:tag name="KSO_WM_UNIT_LAYERLEVEL" val="1"/>
  <p:tag name="KSO_WM_TAG_VERSION" val="3.0"/>
</p:tagLst>
</file>

<file path=ppt/tags/tag31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1"/>
  <p:tag name="KSO_WM_UNIT_ID" val="custom20229846_1*i*11"/>
  <p:tag name="KSO_WM_TEMPLATE_CATEGORY" val="custom"/>
  <p:tag name="KSO_WM_TEMPLATE_INDEX" val="20229846"/>
  <p:tag name="KSO_WM_UNIT_LAYERLEVEL" val="1"/>
  <p:tag name="KSO_WM_TAG_VERSION" val="3.0"/>
</p:tagLst>
</file>

<file path=ppt/tags/tag32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0"/>
  <p:tag name="KSO_WM_UNIT_ID" val="custom20229846_1*i*10"/>
  <p:tag name="KSO_WM_TEMPLATE_CATEGORY" val="custom"/>
  <p:tag name="KSO_WM_TEMPLATE_INDEX" val="20229846"/>
  <p:tag name="KSO_WM_UNIT_LAYERLEVEL" val="1"/>
  <p:tag name="KSO_WM_TAG_VERSION" val="3.0"/>
</p:tagLst>
</file>

<file path=ppt/tags/tag33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2"/>
  <p:tag name="KSO_WM_UNIT_ID" val="custom20229846_1*i*12"/>
  <p:tag name="KSO_WM_TEMPLATE_CATEGORY" val="custom"/>
  <p:tag name="KSO_WM_TEMPLATE_INDEX" val="20229846"/>
  <p:tag name="KSO_WM_UNIT_LAYERLEVEL" val="1"/>
  <p:tag name="KSO_WM_TAG_VERSION" val="3.0"/>
</p:tagLst>
</file>

<file path=ppt/tags/tag34.xml><?xml version="1.0" encoding="utf-8"?>
<p:tagLst xmlns:p="http://schemas.openxmlformats.org/presentationml/2006/main">
  <p:tag name="KSO_WM_BEAUTIFY_FLAG" val="#wm#"/>
  <p:tag name="KSO_WM_TEMPLATE_CATEGORY" val="custom"/>
  <p:tag name="KSO_WM_TEMPLATE_MASTER_TYPE" val="0"/>
  <p:tag name="KSO_WM_TEMPLATE_COLOR_TYPE" val="0"/>
  <p:tag name="KSO_WM_SLIDE_TYPE" val="text"/>
  <p:tag name="KSO_WM_SLIDE_SUBTYPE" val="picTxt"/>
  <p:tag name="KSO_WM_SLIDE_SIZE" val="960*465"/>
  <p:tag name="KSO_WM_SLIDE_POSITION" val="0*0"/>
  <p:tag name="KSO_WM_SLIDE_LAYOUT" val="a_d_f"/>
  <p:tag name="KSO_WM_SLIDE_LAYOUT_CNT" val="1_1_2"/>
  <p:tag name="KSO_WM_TEMPLATE_INDEX" val="20231145"/>
  <p:tag name="KSO_WM_TEMPLATE_SUBCATEGORY" val="0"/>
  <p:tag name="KSO_WM_SLIDE_INDEX" val="1"/>
  <p:tag name="KSO_WM_TAG_VERSION" val="3.0"/>
  <p:tag name="KSO_WM_SLIDE_ID" val="custom20231145_1"/>
  <p:tag name="KSO_WM_SLIDE_ITEM_CNT" val="1"/>
</p:tagLst>
</file>

<file path=ppt/tags/tag35.xml><?xml version="1.0" encoding="utf-8"?>
<p:tagLst xmlns:p="http://schemas.openxmlformats.org/presentationml/2006/main">
  <p:tag name="KSO_WM_DIAGRAM_VIRTUALLY_FRAME" val="{&quot;height&quot;:269.8130708661417,&quot;left&quot;:444.66330708661417,&quot;top&quot;:143.77377952755904,&quot;width&quot;:343.1827559055117}"/>
</p:tagLst>
</file>

<file path=ppt/tags/tag36.xml><?xml version="1.0" encoding="utf-8"?>
<p:tagLst xmlns:p="http://schemas.openxmlformats.org/presentationml/2006/main">
  <p:tag name="KSO_WM_DIAGRAM_VIRTUALLY_FRAME" val="{&quot;height&quot;:269.8130708661417,&quot;left&quot;:444.66330708661417,&quot;top&quot;:143.77377952755904,&quot;width&quot;:343.1827559055117}"/>
</p:tagLst>
</file>

<file path=ppt/tags/tag37.xml><?xml version="1.0" encoding="utf-8"?>
<p:tagLst xmlns:p="http://schemas.openxmlformats.org/presentationml/2006/main">
  <p:tag name="KSO_WM_DIAGRAM_VIRTUALLY_FRAME" val="{&quot;height&quot;:269.8130708661417,&quot;left&quot;:444.66330708661417,&quot;top&quot;:143.77377952755904,&quot;width&quot;:343.1827559055117}"/>
</p:tagLst>
</file>

<file path=ppt/tags/tag38.xml><?xml version="1.0" encoding="utf-8"?>
<p:tagLst xmlns:p="http://schemas.openxmlformats.org/presentationml/2006/main">
  <p:tag name="KSO_WM_DIAGRAM_VIRTUALLY_FRAME" val="{&quot;height&quot;:269.8130708661417,&quot;left&quot;:444.66330708661417,&quot;top&quot;:143.77377952755904,&quot;width&quot;:343.1827559055117}"/>
</p:tagLst>
</file>

<file path=ppt/tags/tag39.xml><?xml version="1.0" encoding="utf-8"?>
<p:tagLst xmlns:p="http://schemas.openxmlformats.org/presentationml/2006/main">
  <p:tag name="KSO_WM_DIAGRAM_VIRTUALLY_FRAME" val="{&quot;height&quot;:269.8130708661417,&quot;left&quot;:444.66330708661417,&quot;top&quot;:143.77377952755904,&quot;width&quot;:343.1827559055117}"/>
</p:tagLst>
</file>

<file path=ppt/tags/tag40.xml><?xml version="1.0" encoding="utf-8"?>
<p:tagLst xmlns:p="http://schemas.openxmlformats.org/presentationml/2006/main">
  <p:tag name="KSO_WM_DIAGRAM_VIRTUALLY_FRAME" val="{&quot;height&quot;:269.8130708661417,&quot;left&quot;:444.66330708661417,&quot;top&quot;:143.77377952755904,&quot;width&quot;:343.1827559055117}"/>
</p:tagLst>
</file>

<file path=ppt/tags/tag41.xml><?xml version="1.0" encoding="utf-8"?>
<p:tagLst xmlns:p="http://schemas.openxmlformats.org/presentationml/2006/main">
  <p:tag name="KSO_WM_DIAGRAM_VIRTUALLY_FRAME" val="{&quot;height&quot;:269.8130708661417,&quot;left&quot;:444.66330708661417,&quot;top&quot;:143.77377952755904,&quot;width&quot;:343.1827559055117}"/>
</p:tagLst>
</file>

<file path=ppt/tags/tag42.xml><?xml version="1.0" encoding="utf-8"?>
<p:tagLst xmlns:p="http://schemas.openxmlformats.org/presentationml/2006/main">
  <p:tag name="KSO_WM_DIAGRAM_VIRTUALLY_FRAME" val="{&quot;height&quot;:269.8130708661417,&quot;left&quot;:444.66330708661417,&quot;top&quot;:143.77377952755904,&quot;width&quot;:343.1827559055117}"/>
</p:tagLst>
</file>

<file path=ppt/tags/tag43.xml><?xml version="1.0" encoding="utf-8"?>
<p:tagLst xmlns:p="http://schemas.openxmlformats.org/presentationml/2006/main">
  <p:tag name="KSO_WM_DIAGRAM_VIRTUALLY_FRAME" val="{&quot;height&quot;:269.8130708661417,&quot;left&quot;:444.66330708661417,&quot;top&quot;:143.77377952755904,&quot;width&quot;:343.1827559055117}"/>
</p:tagLst>
</file>

<file path=ppt/tags/tag44.xml><?xml version="1.0" encoding="utf-8"?>
<p:tagLst xmlns:p="http://schemas.openxmlformats.org/presentationml/2006/main">
  <p:tag name="KSO_WM_DIAGRAM_VIRTUALLY_FRAME" val="{&quot;height&quot;:269.8130708661417,&quot;left&quot;:444.66330708661417,&quot;top&quot;:143.77377952755904,&quot;width&quot;:343.1827559055117}"/>
</p:tagLst>
</file>

<file path=ppt/tags/tag45.xml><?xml version="1.0" encoding="utf-8"?>
<p:tagLst xmlns:p="http://schemas.openxmlformats.org/presentationml/2006/main">
  <p:tag name="KSO_WM_DIAGRAM_VIRTUALLY_FRAME" val="{&quot;height&quot;:269.8130708661417,&quot;left&quot;:444.66330708661417,&quot;top&quot;:143.77377952755904,&quot;width&quot;:343.1827559055117}"/>
</p:tagLst>
</file>

<file path=ppt/tags/tag46.xml><?xml version="1.0" encoding="utf-8"?>
<p:tagLst xmlns:p="http://schemas.openxmlformats.org/presentationml/2006/main">
  <p:tag name="KSO_WM_DIAGRAM_VIRTUALLY_FRAME" val="{&quot;height&quot;:269.8130708661417,&quot;left&quot;:444.66330708661417,&quot;top&quot;:143.77377952755904,&quot;width&quot;:343.1827559055117}"/>
</p:tagLst>
</file>

<file path=ppt/tags/tag47.xml><?xml version="1.0" encoding="utf-8"?>
<p:tagLst xmlns:p="http://schemas.openxmlformats.org/presentationml/2006/main">
  <p:tag name="KSO_WM_DIAGRAM_VIRTUALLY_FRAME" val="{&quot;height&quot;:269.8130708661417,&quot;left&quot;:444.66330708661417,&quot;top&quot;:143.77377952755904,&quot;width&quot;:343.1827559055117}"/>
</p:tagLst>
</file>

<file path=ppt/tags/tag48.xml><?xml version="1.0" encoding="utf-8"?>
<p:tagLst xmlns:p="http://schemas.openxmlformats.org/presentationml/2006/main">
  <p:tag name="KSO_WM_DIAGRAM_VIRTUALLY_FRAME" val="{&quot;height&quot;:269.8130708661417,&quot;left&quot;:444.66330708661417,&quot;top&quot;:143.77377952755904,&quot;width&quot;:343.1827559055117}"/>
</p:tagLst>
</file>

<file path=ppt/tags/tag49.xml><?xml version="1.0" encoding="utf-8"?>
<p:tagLst xmlns:p="http://schemas.openxmlformats.org/presentationml/2006/main">
  <p:tag name="KSO_WM_DIAGRAM_VIRTUALLY_FRAME" val="{&quot;height&quot;:269.8130708661417,&quot;left&quot;:444.66330708661417,&quot;top&quot;:143.77377952755904,&quot;width&quot;:343.1827559055117}"/>
</p:tagLst>
</file>

<file path=ppt/tags/tag50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h_i"/>
  <p:tag name="KSO_WM_UNIT_INDEX" val="1_1"/>
  <p:tag name="KSO_WM_UNIT_ID" val="custom20231238_1*h_i*1_1"/>
  <p:tag name="KSO_WM_TEMPLATE_CATEGORY" val="custom"/>
  <p:tag name="KSO_WM_TEMPLATE_INDEX" val="20231238"/>
  <p:tag name="KSO_WM_UNIT_LAYERLEVEL" val="1_1"/>
  <p:tag name="KSO_WM_TAG_VERSION" val="3.0"/>
</p:tagLst>
</file>

<file path=ppt/tags/tag51.xml><?xml version="1.0" encoding="utf-8"?>
<p:tagLst xmlns:p="http://schemas.openxmlformats.org/presentationml/2006/main">
  <p:tag name="KSO_WM_BEAUTIFY_FLAG" val="#wm#"/>
  <p:tag name="KSO_WM_UNIT_VALUE" val="802*1785"/>
  <p:tag name="KSO_WM_UNIT_HIGHLIGHT" val="0"/>
  <p:tag name="KSO_WM_UNIT_COMPATIBLE" val="0"/>
  <p:tag name="KSO_WM_UNIT_DIAGRAM_ISNUMVISUAL" val="0"/>
  <p:tag name="KSO_WM_UNIT_DIAGRAM_ISREFERUNIT" val="0"/>
  <p:tag name="KSO_WM_UNIT_TYPE" val="d"/>
  <p:tag name="KSO_WM_UNIT_INDEX" val="2"/>
  <p:tag name="KSO_WM_UNIT_ID" val="custom20231238_1*d*2"/>
  <p:tag name="KSO_WM_TEMPLATE_CATEGORY" val="custom"/>
  <p:tag name="KSO_WM_TEMPLATE_INDEX" val="20231238"/>
  <p:tag name="KSO_WM_UNIT_LAYERLEVEL" val="1"/>
  <p:tag name="KSO_WM_TAG_VERSION" val="3.0"/>
</p:tagLst>
</file>

<file path=ppt/tags/tag52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1_1"/>
  <p:tag name="KSO_WM_UNIT_ID" val="custom20231238_1*h_f*1_1"/>
  <p:tag name="KSO_WM_TEMPLATE_CATEGORY" val="custom"/>
  <p:tag name="KSO_WM_TEMPLATE_INDEX" val="20231238"/>
  <p:tag name="KSO_WM_UNIT_LAYERLEVEL" val="1_1"/>
  <p:tag name="KSO_WM_TAG_VERSION" val="3.0"/>
  <p:tag name="KSO_WM_BEAUTIFY_FLAG" val="#wm#"/>
  <p:tag name="KSO_WM_UNIT_TEXT_FILL_FORE_SCHEMECOLOR_INDEX_BRIGHTNESS" val="0.15"/>
  <p:tag name="KSO_WM_UNIT_TEXT_FILL_FORE_SCHEMECOLOR_INDEX" val="13"/>
  <p:tag name="KSO_WM_UNIT_TEXT_FILL_TYPE" val="1"/>
  <p:tag name="KSO_WM_UNIT_PRESET_TEXT" val="单击此处添加文本具体内容，简明扼要地阐述您的观点根据需要可酌情增减文字，以便观者准确地理解您传达的思想"/>
</p:tagLst>
</file>

<file path=ppt/tags/tag53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custom20231238_1*i*2"/>
  <p:tag name="KSO_WM_TEMPLATE_CATEGORY" val="custom"/>
  <p:tag name="KSO_WM_TEMPLATE_INDEX" val="20231238"/>
  <p:tag name="KSO_WM_UNIT_LAYERLEVEL" val="1"/>
  <p:tag name="KSO_WM_TAG_VERSION" val="3.0"/>
</p:tagLst>
</file>

<file path=ppt/tags/tag5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1_1"/>
  <p:tag name="KSO_WM_UNIT_ID" val="custom20231238_1*h_a*1_1"/>
  <p:tag name="KSO_WM_TEMPLATE_CATEGORY" val="custom"/>
  <p:tag name="KSO_WM_TEMPLATE_INDEX" val="20231238"/>
  <p:tag name="KSO_WM_UNIT_LAYERLEVEL" val="1_1"/>
  <p:tag name="KSO_WM_TAG_VERSION" val="3.0"/>
  <p:tag name="KSO_WM_BEAUTIFY_FLAG" val="#wm#"/>
  <p:tag name="KSO_WM_UNIT_PRESET_TEXT" val="单击此处添加标题"/>
</p:tagLst>
</file>

<file path=ppt/tags/tag55.xml><?xml version="1.0" encoding="utf-8"?>
<p:tagLst xmlns:p="http://schemas.openxmlformats.org/presentationml/2006/main">
  <p:tag name="KSO_WM_SLIDE_ID" val="custom20231238_1"/>
  <p:tag name="KSO_WM_TEMPLATE_SUBCATEGORY" val="0"/>
  <p:tag name="KSO_WM_TEMPLATE_MASTER_TYPE" val="0"/>
  <p:tag name="KSO_WM_TEMPLATE_COLOR_TYPE" val="0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1238"/>
  <p:tag name="KSO_WM_SLIDE_TYPE" val="text"/>
  <p:tag name="KSO_WM_SLIDE_SUBTYPE" val="picTxt"/>
  <p:tag name="KSO_WM_SLIDE_SIZE" val="453.7*227.05"/>
  <p:tag name="KSO_WM_SLIDE_POSITION" val="0*36.1"/>
  <p:tag name="KSO_WM_SLIDE_LAYOUT" val="d_f_h"/>
  <p:tag name="KSO_WM_SLIDE_LAYOUT_CNT" val="2_1_1"/>
  <p:tag name="KSO_WM_SPECIAL_SOURCE" val="bdnull"/>
</p:tagLst>
</file>

<file path=ppt/tags/tag56.xml><?xml version="1.0" encoding="utf-8"?>
<p:tagLst xmlns:p="http://schemas.openxmlformats.org/presentationml/2006/main">
  <p:tag name="KSO_WM_BEAUTIFY_FLAG" val=""/>
</p:tagLst>
</file>

<file path=ppt/tags/tag57.xml><?xml version="1.0" encoding="utf-8"?>
<p:tagLst xmlns:p="http://schemas.openxmlformats.org/presentationml/2006/main">
  <p:tag name="KSO_WM_BEAUTIFY_FLAG" val=""/>
</p:tagLst>
</file>

<file path=ppt/tags/tag58.xml><?xml version="1.0" encoding="utf-8"?>
<p:tagLst xmlns:p="http://schemas.openxmlformats.org/presentationml/2006/main">
  <p:tag name="KSO_WM_BEAUTIFY_FLAG" val=""/>
</p:tagLst>
</file>

<file path=ppt/tags/tag59.xml><?xml version="1.0" encoding="utf-8"?>
<p:tagLst xmlns:p="http://schemas.openxmlformats.org/presentationml/2006/main">
  <p:tag name="KSO_WM_SLIDE_ID" val="diagram20211120_1"/>
  <p:tag name="KSO_WM_TEMPLATE_SUBCATEGORY" val="21"/>
  <p:tag name="KSO_WM_TEMPLATE_MASTER_TYPE" val="0"/>
  <p:tag name="KSO_WM_TEMPLATE_COLOR_TYPE" val="1"/>
  <p:tag name="KSO_WM_SLIDE_TYPE" val="text"/>
  <p:tag name="KSO_WM_SLIDE_SUBTYPE" val="pureTxt"/>
  <p:tag name="KSO_WM_SLIDE_ITEM_CNT" val="0"/>
  <p:tag name="KSO_WM_SLIDE_INDEX" val="1"/>
  <p:tag name="KSO_WM_TAG_VERSION" val="1.0"/>
  <p:tag name="KSO_WM_BEAUTIFY_FLAG" val="#wm#"/>
  <p:tag name="KSO_WM_TEMPLATE_CATEGORY" val="diagram"/>
  <p:tag name="KSO_WM_TEMPLATE_INDEX" val="20211120"/>
  <p:tag name="KSO_WM_SLIDE_LAYOUT" val="a_f"/>
  <p:tag name="KSO_WM_SLIDE_LAYOUT_CNT" val="1_4"/>
  <p:tag name="KSO_WM_TEMPLATE_THUMBS_INDEX" val="1、4、7、12、13、14、15、16、17、18、20、24、25、28、33、36、40、43、44"/>
  <p:tag name="KSO_WM_SLIDE_LAYOUT_INFO" val="{&quot;id&quot;:&quot;2021-04-01T15:13:25&quot;,&quot;maxSize&quot;:{&quot;size1&quot;:13.3},&quot;minSize&quot;:{&quot;size1&quot;:13.3},&quot;normalSize&quot;:{&quot;size1&quot;:13.3},&quot;subLayout&quot;:[{&quot;backgroundInfo&quot;:[{&quot;bottom&quot;:0,&quot;bottomAbs&quot;:false,&quot;left&quot;:0,&quot;leftAbs&quot;:false,&quot;right&quot;:0,&quot;rightAbs&quot;:false,&quot;top&quot;:0,&quot;topAbs&quot;:false,&quot;type&quot;:&quot;navigation&quot;}],&quot;id&quot;:&quot;2021-04-01T15:13:25&quot;,&quot;margin&quot;:{&quot;bottom&quot;:0.4230000674724579,&quot;left&quot;:1.2699999809265137,&quot;right&quot;:1.2699999809265137,&quot;top&quot;:0.4230000674724579},&quot;type&quot;:0},{&quot;id&quot;:&quot;2021-04-01T15:13:25&quot;,&quot;maxSize&quot;:{&quot;size1&quot;:59},&quot;minSize&quot;:{&quot;size1&quot;:43.6},&quot;normalSize&quot;:{&quot;size1&quot;:46.61454568755607},&quot;subLayout&quot;:[{&quot;id&quot;:&quot;2021-04-01T15:13:25&quot;,&quot;margin&quot;:{&quot;bottom&quot;:0.847000002861023,&quot;left&quot;:5.079999923706055,&quot;right&quot;:5.079999923706055,&quot;top&quot;:2.117000102996826},&quot;type&quot;:0},{&quot;direction&quot;:1,&quot;id&quot;:&quot;2021-04-01T15:13:25&quot;,&quot;maxSize&quot;:{&quot;size1&quot;:38.8},&quot;minSize&quot;:{&quot;size1&quot;:38.8},&quot;normalSize&quot;:{&quot;size1&quot;:38.8},&quot;subLayout&quot;:[{&quot;id&quot;:&quot;2021-04-01T15:13:25&quot;,&quot;margin&quot;:{&quot;bottom&quot;:2.5399999618530273,&quot;left&quot;:6.349999904632568,&quot;right&quot;:1.720000147819519,&quot;top&quot;:0.847000002861023},&quot;type&quot;:0},{&quot;direction&quot;:1,&quot;id&quot;:&quot;2021-04-01T15:13:25&quot;,&quot;maxSize&quot;:{&quot;size1&quot;:38.70000000422893},&quot;minSize&quot;:{&quot;size1&quot;:38.70000000422893},&quot;normalSize&quot;:{&quot;size1&quot;:38.70000000422893},&quot;subLayout&quot;:[{&quot;id&quot;:&quot;2021-04-01T15:13:25&quot;,&quot;margin&quot;:{&quot;bottom&quot;:2.5399999618530273,&quot;left&quot;:1.243999719619751,&quot;right&quot;:1.6929999589920044,&quot;top&quot;:0.847000002861023},&quot;type&quot;:0},{&quot;id&quot;:&quot;2021-04-01T15:13:25&quot;,&quot;margin&quot;:{&quot;bottom&quot;:2.5399999618530273,&quot;left&quot;:1.2699999809265137,&quot;right&quot;:6.349999904632568,&quot;top&quot;:0.847000002861023},&quot;type&quot;:0}],&quot;type&quot;:0}],&quot;type&quot;:0}],&quot;type&quot;:0}],&quot;type&quot;:0}"/>
  <p:tag name="KSO_WM_SLIDE_BACKGROUND" val="[&quot;navigation&quot;]"/>
  <p:tag name="KSO_WM_SLIDE_RATIO" val="1.777778"/>
  <p:tag name="KSO_WM_CHIP_INFOS" val="{&quot;type&quot;:0,&quot;layout_type&quot;:&quot;navigation&quot;,&quot;layout_feature&quot;:1,&quot;aspect_ratio&quot;:&quot;16:9&quot;,&quot;same_font_size&quot;:tru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]},&quot;slide_type&quot;:[&quot;text&quot;]}"/>
  <p:tag name="KSO_WM_CHIP_XID" val="5f5f3bae8e478fb0c58a949c"/>
  <p:tag name="KSO_WM_CHIP_FILLPROP" val="[[{&quot;text_align&quot;:&quot;lm&quot;,&quot;text_direction&quot;:&quot;horizontal&quot;,&quot;support_big_font&quot;:false,&quot;fill_id&quot;:&quot;c934b58042b44607bfcc30469ccc57d1&quot;,&quot;fill_align&quot;:&quot;lm&quot;,&quot;chip_types&quot;:[&quot;header&quot;]},{&quot;text_align&quot;:&quot;lm&quot;,&quot;text_direction&quot;:&quot;horizontal&quot;,&quot;support_big_font&quot;:false,&quot;fill_id&quot;:&quot;644007e4baf648f58f8f3877f7199a92&quot;,&quot;fill_align&quot;:&quot;cm&quot;,&quot;chip_types&quot;:[&quot;text&quot;,&quot;picture&quot;]},{&quot;text_align&quot;:&quot;lm&quot;,&quot;text_direction&quot;:&quot;horizontal&quot;,&quot;support_big_font&quot;:true,&quot;fill_id&quot;:&quot;d626738183594e8c9b5e088e5eddb7a0&quot;,&quot;fill_align&quot;:&quot;cm&quot;,&quot;chip_types&quot;:[&quot;text&quot;]},{&quot;text_align&quot;:&quot;lm&quot;,&quot;text_direction&quot;:&quot;horizontal&quot;,&quot;support_big_font&quot;:true,&quot;fill_id&quot;:&quot;272f377b64c249faa2c9895cc73abaa9&quot;,&quot;fill_align&quot;:&quot;cm&quot;,&quot;chip_types&quot;:[&quot;text&quot;]},{&quot;text_align&quot;:&quot;lm&quot;,&quot;text_direction&quot;:&quot;horizontal&quot;,&quot;support_big_font&quot;:true,&quot;fill_id&quot;:&quot;9db536b0e0d94f459f2bdc76449a6c1a&quot;,&quot;fill_align&quot;:&quot;cm&quot;,&quot;chip_types&quot;:[&quot;text&quot;]}]]"/>
  <p:tag name="KSO_WM_SLIDE_SIZE" val="960*456"/>
  <p:tag name="KSO_WM_SLIDE_POSITION" val="0*0"/>
  <p:tag name="FIXED_XID_TMP" val="5f5ee1ca4d6848d78f644aeb"/>
  <p:tag name="KSO_WM_CHIP_DECFILLPROP" val="[]"/>
  <p:tag name="KSO_WM_SLIDE_CAN_ADD_NAVIGATION" val="1"/>
  <p:tag name="KSO_WM_CHIP_GROUPID" val="5f5ee1ca4d6848d78f644aeb"/>
  <p:tag name="KSO_WM_SLIDE_BK_DARK_LIGHT" val="2"/>
  <p:tag name="KSO_WM_SLIDE_BACKGROUND_TYPE" val="navigation"/>
  <p:tag name="KSO_WM_SLIDE_SUPPORT_FEATURE_TYPE" val="0"/>
  <p:tag name="KSO_WM_SLIDE_SAME_FONT_SIZE" val="1"/>
  <p:tag name="KSO_WM_TEMPLATE_ASSEMBLE_XID" val="60656eb14054ed1e2fb7fe06"/>
  <p:tag name="KSO_WM_TEMPLATE_ASSEMBLE_GROUPID" val="60656eb14054ed1e2fb7fe06"/>
</p:tagLst>
</file>

<file path=ppt/tags/tag60.xml><?xml version="1.0" encoding="utf-8"?>
<p:tagLst xmlns:p="http://schemas.openxmlformats.org/presentationml/2006/main">
  <p:tag name="KSO_WM_BEAUTIFY_FLAG" val=""/>
</p:tagLst>
</file>

<file path=ppt/tags/tag61.xml><?xml version="1.0" encoding="utf-8"?>
<p:tagLst xmlns:p="http://schemas.openxmlformats.org/presentationml/2006/main">
  <p:tag name="KSO_WM_BEAUTIFY_FLAG" val=""/>
</p:tagLst>
</file>

<file path=ppt/tags/tag62.xml><?xml version="1.0" encoding="utf-8"?>
<p:tagLst xmlns:p="http://schemas.openxmlformats.org/presentationml/2006/main">
  <p:tag name="KSO_WM_BEAUTIFY_FLAG" val=""/>
</p:tagLst>
</file>

<file path=ppt/tags/tag63.xml><?xml version="1.0" encoding="utf-8"?>
<p:tagLst xmlns:p="http://schemas.openxmlformats.org/presentationml/2006/main">
  <p:tag name="KSO_WM_BEAUTIFY_FLAG" val=""/>
</p:tagLst>
</file>

<file path=ppt/tags/tag64.xml><?xml version="1.0" encoding="utf-8"?>
<p:tagLst xmlns:p="http://schemas.openxmlformats.org/presentationml/2006/main">
  <p:tag name="KSO_WM_BEAUTIFY_FLAG" val=""/>
</p:tagLst>
</file>

<file path=ppt/tags/tag65.xml><?xml version="1.0" encoding="utf-8"?>
<p:tagLst xmlns:p="http://schemas.openxmlformats.org/presentationml/2006/main">
  <p:tag name="KSO_WM_BEAUTIFY_FLAG" val=""/>
</p:tagLst>
</file>

<file path=ppt/tags/tag66.xml><?xml version="1.0" encoding="utf-8"?>
<p:tagLst xmlns:p="http://schemas.openxmlformats.org/presentationml/2006/main">
  <p:tag name="KSO_WM_BEAUTIFY_FLAG" val=""/>
</p:tagLst>
</file>

<file path=ppt/tags/tag67.xml><?xml version="1.0" encoding="utf-8"?>
<p:tagLst xmlns:p="http://schemas.openxmlformats.org/presentationml/2006/main">
  <p:tag name="KSO_WM_BEAUTIFY_FLAG" val=""/>
</p:tagLst>
</file>

<file path=ppt/tags/tag68.xml><?xml version="1.0" encoding="utf-8"?>
<p:tagLst xmlns:p="http://schemas.openxmlformats.org/presentationml/2006/main">
  <p:tag name="KSO_WM_BEAUTIFY_FLAG" val=""/>
</p:tagLst>
</file>

<file path=ppt/tags/tag69.xml><?xml version="1.0" encoding="utf-8"?>
<p:tagLst xmlns:p="http://schemas.openxmlformats.org/presentationml/2006/main">
  <p:tag name="KSO_WM_BEAUTIFY_FLAG" val=""/>
</p:tagLst>
</file>

<file path=ppt/tags/tag70.xml><?xml version="1.0" encoding="utf-8"?>
<p:tagLst xmlns:p="http://schemas.openxmlformats.org/presentationml/2006/main">
  <p:tag name="KSO_WM_BEAUTIFY_FLAG" val=""/>
</p:tagLst>
</file>

<file path=ppt/tags/tag71.xml><?xml version="1.0" encoding="utf-8"?>
<p:tagLst xmlns:p="http://schemas.openxmlformats.org/presentationml/2006/main">
  <p:tag name="KSO_WM_BEAUTIFY_FLAG" val=""/>
</p:tagLst>
</file>

<file path=ppt/tags/tag72.xml><?xml version="1.0" encoding="utf-8"?>
<p:tagLst xmlns:p="http://schemas.openxmlformats.org/presentationml/2006/main">
  <p:tag name="KSO_WM_BEAUTIFY_FLAG" val=""/>
</p:tagLst>
</file>

<file path=ppt/tags/tag73.xml><?xml version="1.0" encoding="utf-8"?>
<p:tagLst xmlns:p="http://schemas.openxmlformats.org/presentationml/2006/main">
  <p:tag name="KSO_WM_BEAUTIFY_FLAG" val=""/>
</p:tagLst>
</file>

<file path=ppt/tags/tag74.xml><?xml version="1.0" encoding="utf-8"?>
<p:tagLst xmlns:p="http://schemas.openxmlformats.org/presentationml/2006/main">
  <p:tag name="KSO_WM_BEAUTIFY_FLAG" val=""/>
</p:tagLst>
</file>

<file path=ppt/tags/tag75.xml><?xml version="1.0" encoding="utf-8"?>
<p:tagLst xmlns:p="http://schemas.openxmlformats.org/presentationml/2006/main">
  <p:tag name="KSO_WM_BEAUTIFY_FLAG" val=""/>
</p:tagLst>
</file>

<file path=ppt/tags/tag76.xml><?xml version="1.0" encoding="utf-8"?>
<p:tagLst xmlns:p="http://schemas.openxmlformats.org/presentationml/2006/main">
  <p:tag name="KSO_WM_BEAUTIFY_FLAG" val=""/>
</p:tagLst>
</file>

<file path=ppt/tags/tag77.xml><?xml version="1.0" encoding="utf-8"?>
<p:tagLst xmlns:p="http://schemas.openxmlformats.org/presentationml/2006/main">
  <p:tag name="KSO_WM_BEAUTIFY_FLAG" val=""/>
</p:tagLst>
</file>

<file path=ppt/tags/tag78.xml><?xml version="1.0" encoding="utf-8"?>
<p:tagLst xmlns:p="http://schemas.openxmlformats.org/presentationml/2006/main">
  <p:tag name="KSO_WM_BEAUTIFY_FLAG" val=""/>
</p:tagLst>
</file>

<file path=ppt/tags/tag79.xml><?xml version="1.0" encoding="utf-8"?>
<p:tagLst xmlns:p="http://schemas.openxmlformats.org/presentationml/2006/main">
  <p:tag name="KSO_WM_BEAUTIFY_FLAG" val=""/>
</p:tagLst>
</file>

<file path=ppt/tags/tag80.xml><?xml version="1.0" encoding="utf-8"?>
<p:tagLst xmlns:p="http://schemas.openxmlformats.org/presentationml/2006/main">
  <p:tag name="KSO_WM_BEAUTIFY_FLAG" val=""/>
</p:tagLst>
</file>

<file path=ppt/tags/tag81.xml><?xml version="1.0" encoding="utf-8"?>
<p:tagLst xmlns:p="http://schemas.openxmlformats.org/presentationml/2006/main">
  <p:tag name="KSO_WM_BEAUTIFY_FLAG" val=""/>
</p:tagLst>
</file>

<file path=ppt/tags/tag82.xml><?xml version="1.0" encoding="utf-8"?>
<p:tagLst xmlns:p="http://schemas.openxmlformats.org/presentationml/2006/main">
  <p:tag name="KSO_WM_BEAUTIFY_FLAG" val=""/>
</p:tagLst>
</file>

<file path=ppt/tags/tag83.xml><?xml version="1.0" encoding="utf-8"?>
<p:tagLst xmlns:p="http://schemas.openxmlformats.org/presentationml/2006/main">
  <p:tag name="KSO_WM_BEAUTIFY_FLAG" val="#wm#"/>
  <p:tag name="KSO_WM_TEMPLATE_CATEGORY" val="diagram"/>
  <p:tag name="KSO_WM_TEMPLATE_INDEX" val="20213499"/>
  <p:tag name="KSO_WM_SLIDE_LAYOUT_INFO" val="{&quot;id&quot;:&quot;2022-12-15T22:20:16&quot;,&quot;maxSize&quot;:{&quot;size1&quot;:13.3},&quot;minSize&quot;:{&quot;size1&quot;:13.3},&quot;normalSize&quot;:{&quot;size1&quot;:13.3},&quot;subLayout&quot;:[{&quot;backgroundInfo&quot;:[{&quot;bottom&quot;:0,&quot;bottomAbs&quot;:false,&quot;left&quot;:0,&quot;leftAbs&quot;:false,&quot;right&quot;:0,&quot;rightAbs&quot;:false,&quot;top&quot;:0,&quot;topAbs&quot;:false,&quot;type&quot;:&quot;navigation&quot;}],&quot;id&quot;:&quot;2022-12-15T22:20:16&quot;,&quot;margin&quot;:{&quot;bottom&quot;:0.4230000674724579,&quot;left&quot;:1.2699999809265137,&quot;right&quot;:1.2699999809265137,&quot;top&quot;:0.4230000674724579},&quot;type&quot;:0},{&quot;direction&quot;:1,&quot;id&quot;:&quot;2022-12-15T22:20:16&quot;,&quot;maxSize&quot;:{&quot;size1&quot;:70.00205869024892},&quot;minSize&quot;:{&quot;size1&quot;:27.502058690248912},&quot;normalSize&quot;:{&quot;size1&quot;:37.97080869024891},&quot;subLayout&quot;:[{&quot;id&quot;:&quot;2022-12-15T22:20:16&quot;,&quot;margin&quot;:{&quot;bottom&quot;:1.6929999589920044,&quot;left&quot;:1.6929999589920044,&quot;right&quot;:0,&quot;top&quot;:0.847000002861023},&quot;type&quot;:0},{&quot;id&quot;:&quot;2022-12-15T22:20:16&quot;,&quot;margin&quot;:{&quot;bottom&quot;:1.6929999589920044,&quot;left&quot;:0.847000002861023,&quot;right&quot;:1.6929999589920044,&quot;top&quot;:0.847000002861023},&quot;type&quot;:0}],&quot;type&quot;:0}],&quot;type&quot;:0}"/>
  <p:tag name="KSO_WM_SLIDE_BACKGROUND" val="[&quot;navigation&quot;]"/>
  <p:tag name="KSO_WM_SLIDE_RATIO" val="1.777778"/>
  <p:tag name="KSO_WM_CHIP_INFOS" val="{&quot;type&quot;:0,&quot;layout_type&quot;:&quot;navigation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]},&quot;slide_type&quot;:[&quot;text&quot;]}"/>
  <p:tag name="KSO_WM_CHIP_XID" val="5ecf7885ddc3daf3fef3fc22"/>
  <p:tag name="KSO_WM_CHIP_FILLPROP" val="[[{&quot;text_align&quot;:&quot;lm&quot;,&quot;text_direction&quot;:&quot;horizontal&quot;,&quot;support_big_font&quot;:false,&quot;picture_toward&quot;:0,&quot;picture_dockside&quot;:[],&quot;fill_id&quot;:&quot;722accd572074b41a2d4cf8c733c9957&quot;,&quot;fill_align&quot;:&quot;lm&quot;,&quot;chip_types&quot;:[&quot;header&quot;]},{&quot;text_align&quot;:&quot;lm&quot;,&quot;text_direction&quot;:&quot;horizontal&quot;,&quot;support_features&quot;:[&quot;collage&quot;],&quot;support_big_font&quot;:false,&quot;picture_toward&quot;:0,&quot;picture_dockside&quot;:[],&quot;fill_id&quot;:&quot;164c300f690d423ab1b6e3b65edb0bf9&quot;,&quot;fill_align&quot;:&quot;rm&quot;,&quot;chip_types&quot;:[&quot;pictext&quot;,&quot;text&quot;,&quot;picture&quot;,&quot;chart&quot;,&quot;table&quot;]},{&quot;text_align&quot;:&quot;lm&quot;,&quot;text_direction&quot;:&quot;horizontal&quot;,&quot;support_features&quot;:[&quot;collage&quot;,&quot;carousel&quot;,&quot;creativecrop&quot;],&quot;support_big_font&quot;:false,&quot;picture_toward&quot;:0,&quot;picture_dockside&quot;:[],&quot;fill_id&quot;:&quot;e836bed5e59843b5bc0179a1591ebf37&quot;,&quot;fill_align&quot;:&quot;lm&quot;,&quot;chip_types&quot;:[&quot;diagram&quot;,&quot;pictext&quot;,&quot;text&quot;,&quot;picture&quot;,&quot;chart&quot;,&quot;table&quot;,&quot;video&quot;]}],[{&quot;text_align&quot;:&quot;lm&quot;,&quot;text_direction&quot;:&quot;horizontal&quot;,&quot;support_big_font&quot;:false,&quot;picture_toward&quot;:0,&quot;picture_dockside&quot;:[],&quot;fill_id&quot;:&quot;722accd572074b41a2d4cf8c733c9957&quot;,&quot;fill_align&quot;:&quot;lm&quot;,&quot;chip_types&quot;:[&quot;header&quot;]},{&quot;text_align&quot;:&quot;lm&quot;,&quot;text_direction&quot;:&quot;horizontal&quot;,&quot;support_features&quot;:[&quot;collage&quot;,&quot;carousel&quot;,&quot;creativecrop&quot;],&quot;support_big_font&quot;:false,&quot;picture_toward&quot;:0,&quot;picture_dockside&quot;:[],&quot;fill_id&quot;:&quot;164c300f690d423ab1b6e3b65edb0bf9&quot;,&quot;fill_align&quot;:&quot;rm&quot;,&quot;chip_types&quot;:[&quot;diagram&quot;,&quot;pictext&quot;,&quot;text&quot;,&quot;picture&quot;,&quot;chart&quot;,&quot;table&quot;,&quot;video&quot;]},{&quot;text_align&quot;:&quot;lm&quot;,&quot;text_direction&quot;:&quot;horizontal&quot;,&quot;support_big_font&quot;:false,&quot;picture_toward&quot;:0,&quot;picture_dockside&quot;:[],&quot;fill_id&quot;:&quot;e836bed5e59843b5bc0179a1591ebf37&quot;,&quot;fill_align&quot;:&quot;lm&quot;,&quot;chip_types&quot;:[&quot;pictext&quot;,&quot;text&quot;,&quot;picture&quot;]}]]"/>
  <p:tag name="KSO_WM_SLIDE_ID" val="diagram20213499_1"/>
  <p:tag name="KSO_WM_TEMPLATE_SUBCATEGORY" val="21"/>
  <p:tag name="KSO_WM_TEMPLATE_MASTER_TYPE" val="0"/>
  <p:tag name="KSO_WM_TEMPLATE_COLOR_TYPE" val="1"/>
  <p:tag name="KSO_WM_SLIDE_TYPE" val="text"/>
  <p:tag name="KSO_WM_SLIDE_SUBTYPE" val="picTxt"/>
  <p:tag name="KSO_WM_SLIDE_ITEM_CNT" val="0"/>
  <p:tag name="KSO_WM_SLIDE_INDEX" val="1"/>
  <p:tag name="KSO_WM_SLIDE_SIZE" val="960*444"/>
  <p:tag name="KSO_WM_SLIDE_POSITION" val="0*0"/>
  <p:tag name="KSO_WM_TAG_VERSION" val="1.0"/>
  <p:tag name="KSO_WM_SLIDE_LAYOUT" val="a_d"/>
  <p:tag name="KSO_WM_SLIDE_LAYOUT_CNT" val="1_2"/>
  <p:tag name="KSO_WM_SLIDE_CAN_ADD_NAVIGATION" val="1"/>
  <p:tag name="KSO_WM_CHIP_DECFILLPROP" val="[]"/>
  <p:tag name="KSO_WM_CHIP_GROUPID" val="5ed8bf58afe44fab1839c20c"/>
  <p:tag name="KSO_WM_SLIDE_BK_DARK_LIGHT" val="2"/>
  <p:tag name="KSO_WM_SLIDE_BACKGROUND_TYPE" val="navigation"/>
  <p:tag name="KSO_WM_SLIDE_SUPPORT_FEATURE_TYPE" val="0"/>
  <p:tag name="KSO_WM_TEMPLATE_ASSEMBLE_XID" val="639b2d1f0c9383becdea80bf"/>
  <p:tag name="KSO_WM_TEMPLATE_ASSEMBLE_GROUPID" val="639b2d1f0c9383becdea80bf"/>
</p:tagLst>
</file>

<file path=ppt/tags/tag84.xml><?xml version="1.0" encoding="utf-8"?>
<p:tagLst xmlns:p="http://schemas.openxmlformats.org/presentationml/2006/main">
  <p:tag name="KSO_WM_DIAGRAM_VIRTUALLY_FRAME" val="{&quot;height&quot;:269.8130708661417,&quot;left&quot;:444.66330708661417,&quot;top&quot;:143.77377952755904,&quot;width&quot;:343.1827559055117}"/>
</p:tagLst>
</file>

<file path=ppt/tags/tag85.xml><?xml version="1.0" encoding="utf-8"?>
<p:tagLst xmlns:p="http://schemas.openxmlformats.org/presentationml/2006/main">
  <p:tag name="KSO_WM_DIAGRAM_VIRTUALLY_FRAME" val="{&quot;height&quot;:269.8130708661417,&quot;left&quot;:444.66330708661417,&quot;top&quot;:143.77377952755904,&quot;width&quot;:343.1827559055117}"/>
</p:tagLst>
</file>

<file path=ppt/tags/tag86.xml><?xml version="1.0" encoding="utf-8"?>
<p:tagLst xmlns:p="http://schemas.openxmlformats.org/presentationml/2006/main">
  <p:tag name="KSO_WM_DIAGRAM_VIRTUALLY_FRAME" val="{&quot;height&quot;:269.8130708661417,&quot;left&quot;:444.66330708661417,&quot;top&quot;:143.77377952755904,&quot;width&quot;:343.1827559055117}"/>
</p:tagLst>
</file>

<file path=ppt/tags/tag87.xml><?xml version="1.0" encoding="utf-8"?>
<p:tagLst xmlns:p="http://schemas.openxmlformats.org/presentationml/2006/main">
  <p:tag name="KSO_WM_BEAUTIFY_FLAG" val=""/>
</p:tagLst>
</file>

<file path=ppt/tags/tag88.xml><?xml version="1.0" encoding="utf-8"?>
<p:tagLst xmlns:p="http://schemas.openxmlformats.org/presentationml/2006/main">
  <p:tag name="KSO_WM_BEAUTIFY_FLAG" val=""/>
</p:tagLst>
</file>

<file path=ppt/tags/tag89.xml><?xml version="1.0" encoding="utf-8"?>
<p:tagLst xmlns:p="http://schemas.openxmlformats.org/presentationml/2006/main">
  <p:tag name="KSO_WM_BEAUTIFY_FLAG" val=""/>
</p:tagLst>
</file>

<file path=ppt/tags/tag90.xml><?xml version="1.0" encoding="utf-8"?>
<p:tagLst xmlns:p="http://schemas.openxmlformats.org/presentationml/2006/main">
  <p:tag name="KSO_WM_BEAUTIFY_FLAG" val=""/>
</p:tagLst>
</file>

<file path=ppt/tags/tag91.xml><?xml version="1.0" encoding="utf-8"?>
<p:tagLst xmlns:p="http://schemas.openxmlformats.org/presentationml/2006/main">
  <p:tag name="KSO_WM_DIAGRAM_VIRTUALLY_FRAME" val="{&quot;height&quot;:269.8130708661417,&quot;left&quot;:444.66330708661417,&quot;top&quot;:143.77377952755904,&quot;width&quot;:343.1827559055117}"/>
</p:tagLst>
</file>

<file path=ppt/tags/tag92.xml><?xml version="1.0" encoding="utf-8"?>
<p:tagLst xmlns:p="http://schemas.openxmlformats.org/presentationml/2006/main">
  <p:tag name="KSO_WM_DIAGRAM_VIRTUALLY_FRAME" val="{&quot;height&quot;:269.8130708661417,&quot;left&quot;:444.66330708661417,&quot;top&quot;:143.77377952755904,&quot;width&quot;:343.1827559055117}"/>
</p:tagLst>
</file>

<file path=ppt/tags/tag93.xml><?xml version="1.0" encoding="utf-8"?>
<p:tagLst xmlns:p="http://schemas.openxmlformats.org/presentationml/2006/main">
  <p:tag name="KSO_WM_DIAGRAM_VIRTUALLY_FRAME" val="{&quot;height&quot;:269.8130708661417,&quot;left&quot;:444.66330708661417,&quot;top&quot;:143.77377952755904,&quot;width&quot;:343.1827559055117}"/>
</p:tagLst>
</file>

<file path=ppt/tags/tag94.xml><?xml version="1.0" encoding="utf-8"?>
<p:tagLst xmlns:p="http://schemas.openxmlformats.org/presentationml/2006/main">
  <p:tag name="KSO_WM_BEAUTIFY_FLAG" val=""/>
</p:tagLst>
</file>

<file path=ppt/tags/tag95.xml><?xml version="1.0" encoding="utf-8"?>
<p:tagLst xmlns:p="http://schemas.openxmlformats.org/presentationml/2006/main">
  <p:tag name="KSO_WM_BEAUTIFY_FLAG" val=""/>
</p:tagLst>
</file>

<file path=ppt/tags/tag96.xml><?xml version="1.0" encoding="utf-8"?>
<p:tagLst xmlns:p="http://schemas.openxmlformats.org/presentationml/2006/main">
  <p:tag name="KSO_WM_BEAUTIFY_FLAG" val=""/>
</p:tagLst>
</file>

<file path=ppt/tags/tag97.xml><?xml version="1.0" encoding="utf-8"?>
<p:tagLst xmlns:p="http://schemas.openxmlformats.org/presentationml/2006/main">
  <p:tag name="KSO_WM_BEAUTIFY_FLAG" val=""/>
</p:tagLst>
</file>

<file path=ppt/tags/tag98.xml><?xml version="1.0" encoding="utf-8"?>
<p:tagLst xmlns:p="http://schemas.openxmlformats.org/presentationml/2006/main">
  <p:tag name="KSO_WM_BEAUTIFY_FLAG" val=""/>
</p:tagLst>
</file>

<file path=ppt/tags/tag99.xml><?xml version="1.0" encoding="utf-8"?>
<p:tagLst xmlns:p="http://schemas.openxmlformats.org/presentationml/2006/main">
  <p:tag name="KSO_WM_BEAUTIFY_FLAG" val=""/>
</p:tagLst>
</file>

<file path=ppt/tags/tag100.xml><?xml version="1.0" encoding="utf-8"?>
<p:tagLst xmlns:p="http://schemas.openxmlformats.org/presentationml/2006/main">
  <p:tag name="KSO_WM_BEAUTIFY_FLAG" val=""/>
</p:tagLst>
</file>

<file path=ppt/tags/tag101.xml><?xml version="1.0" encoding="utf-8"?>
<p:tagLst xmlns:p="http://schemas.openxmlformats.org/presentationml/2006/main">
  <p:tag name="KSO_WM_BEAUTIFY_FLAG" val=""/>
</p:tagLst>
</file>

<file path=ppt/tags/tag102.xml><?xml version="1.0" encoding="utf-8"?>
<p:tagLst xmlns:p="http://schemas.openxmlformats.org/presentationml/2006/main">
  <p:tag name="KSO_WM_BEAUTIFY_FLAG" val=""/>
</p:tagLst>
</file>

<file path=ppt/tags/tag103.xml><?xml version="1.0" encoding="utf-8"?>
<p:tagLst xmlns:p="http://schemas.openxmlformats.org/presentationml/2006/main">
  <p:tag name="KSO_WM_BEAUTIFY_FLAG" val=""/>
</p:tagLst>
</file>

<file path=ppt/tags/tag104.xml><?xml version="1.0" encoding="utf-8"?>
<p:tagLst xmlns:p="http://schemas.openxmlformats.org/presentationml/2006/main">
  <p:tag name="KSO_WM_BEAUTIFY_FLAG" val=""/>
</p:tagLst>
</file>

<file path=ppt/tags/tag105.xml><?xml version="1.0" encoding="utf-8"?>
<p:tagLst xmlns:p="http://schemas.openxmlformats.org/presentationml/2006/main">
  <p:tag name="KSO_WM_BEAUTIFY_FLAG" val=""/>
</p:tagLst>
</file>

<file path=ppt/tags/tag106.xml><?xml version="1.0" encoding="utf-8"?>
<p:tagLst xmlns:p="http://schemas.openxmlformats.org/presentationml/2006/main">
  <p:tag name="KSO_WM_BEAUTIFY_FLAG" val=""/>
</p:tagLst>
</file>

<file path=ppt/tags/tag107.xml><?xml version="1.0" encoding="utf-8"?>
<p:tagLst xmlns:p="http://schemas.openxmlformats.org/presentationml/2006/main">
  <p:tag name="KSO_WM_BEAUTIFY_FLAG" val=""/>
</p:tagLst>
</file>

<file path=ppt/tags/tag108.xml><?xml version="1.0" encoding="utf-8"?>
<p:tagLst xmlns:p="http://schemas.openxmlformats.org/presentationml/2006/main">
  <p:tag name="KSO_WM_BEAUTIFY_FLAG" val=""/>
</p:tagLst>
</file>

<file path=ppt/tags/tag109.xml><?xml version="1.0" encoding="utf-8"?>
<p:tagLst xmlns:p="http://schemas.openxmlformats.org/presentationml/2006/main">
  <p:tag name="KSO_WM_BEAUTIFY_FLAG" val=""/>
</p:tagLst>
</file>

<file path=ppt/tags/tag110.xml><?xml version="1.0" encoding="utf-8"?>
<p:tagLst xmlns:p="http://schemas.openxmlformats.org/presentationml/2006/main">
  <p:tag name="KSO_WM_BEAUTIFY_FLAG" val=""/>
</p:tagLst>
</file>

<file path=ppt/tags/tag111.xml><?xml version="1.0" encoding="utf-8"?>
<p:tagLst xmlns:p="http://schemas.openxmlformats.org/presentationml/2006/main">
  <p:tag name="KSO_WM_BEAUTIFY_FLAG" val=""/>
</p:tagLst>
</file>

<file path=ppt/tags/tag112.xml><?xml version="1.0" encoding="utf-8"?>
<p:tagLst xmlns:p="http://schemas.openxmlformats.org/presentationml/2006/main">
  <p:tag name="KSO_WM_BEAUTIFY_FLAG" val=""/>
</p:tagLst>
</file>

<file path=ppt/tags/tag113.xml><?xml version="1.0" encoding="utf-8"?>
<p:tagLst xmlns:p="http://schemas.openxmlformats.org/presentationml/2006/main">
  <p:tag name="KSO_WM_BEAUTIFY_FLAG" val=""/>
</p:tagLst>
</file>

<file path=ppt/tags/tag114.xml><?xml version="1.0" encoding="utf-8"?>
<p:tagLst xmlns:p="http://schemas.openxmlformats.org/presentationml/2006/main">
  <p:tag name="KSO_WM_BEAUTIFY_FLAG" val=""/>
</p:tagLst>
</file>

<file path=ppt/tags/tag115.xml><?xml version="1.0" encoding="utf-8"?>
<p:tagLst xmlns:p="http://schemas.openxmlformats.org/presentationml/2006/main">
  <p:tag name="KSO_WM_BEAUTIFY_FLAG" val=""/>
</p:tagLst>
</file>

<file path=ppt/tags/tag116.xml><?xml version="1.0" encoding="utf-8"?>
<p:tagLst xmlns:p="http://schemas.openxmlformats.org/presentationml/2006/main">
  <p:tag name="KSO_WM_BEAUTIFY_FLAG" val=""/>
</p:tagLst>
</file>

<file path=ppt/tags/tag117.xml><?xml version="1.0" encoding="utf-8"?>
<p:tagLst xmlns:p="http://schemas.openxmlformats.org/presentationml/2006/main">
  <p:tag name="KSO_WM_BEAUTIFY_FLAG" val=""/>
</p:tagLst>
</file>

<file path=ppt/tags/tag118.xml><?xml version="1.0" encoding="utf-8"?>
<p:tagLst xmlns:p="http://schemas.openxmlformats.org/presentationml/2006/main">
  <p:tag name="KSO_WM_BEAUTIFY_FLAG" val=""/>
</p:tagLst>
</file>

<file path=ppt/tags/tag119.xml><?xml version="1.0" encoding="utf-8"?>
<p:tagLst xmlns:p="http://schemas.openxmlformats.org/presentationml/2006/main">
  <p:tag name="KSO_WM_BEAUTIFY_FLAG" val=""/>
</p:tagLst>
</file>

<file path=ppt/tags/tag120.xml><?xml version="1.0" encoding="utf-8"?>
<p:tagLst xmlns:p="http://schemas.openxmlformats.org/presentationml/2006/main">
  <p:tag name="KSO_WM_BEAUTIFY_FLAG" val=""/>
</p:tagLst>
</file>

<file path=ppt/tags/tag121.xml><?xml version="1.0" encoding="utf-8"?>
<p:tagLst xmlns:p="http://schemas.openxmlformats.org/presentationml/2006/main">
  <p:tag name="KSO_WM_BEAUTIFY_FLAG" val=""/>
</p:tagLst>
</file>

<file path=ppt/tags/tag122.xml><?xml version="1.0" encoding="utf-8"?>
<p:tagLst xmlns:p="http://schemas.openxmlformats.org/presentationml/2006/main">
  <p:tag name="KSO_WM_BEAUTIFY_FLAG" val=""/>
</p:tagLst>
</file>

<file path=ppt/tags/tag123.xml><?xml version="1.0" encoding="utf-8"?>
<p:tagLst xmlns:p="http://schemas.openxmlformats.org/presentationml/2006/main">
  <p:tag name="KSO_WM_BEAUTIFY_FLAG" val=""/>
</p:tagLst>
</file>

<file path=ppt/tags/tag124.xml><?xml version="1.0" encoding="utf-8"?>
<p:tagLst xmlns:p="http://schemas.openxmlformats.org/presentationml/2006/main">
  <p:tag name="KSO_WM_BEAUTIFY_FLAG" val=""/>
</p:tagLst>
</file>

<file path=ppt/tags/tag125.xml><?xml version="1.0" encoding="utf-8"?>
<p:tagLst xmlns:p="http://schemas.openxmlformats.org/presentationml/2006/main">
  <p:tag name="KSO_WM_BEAUTIFY_FLAG" val=""/>
</p:tagLst>
</file>

<file path=ppt/tags/tag126.xml><?xml version="1.0" encoding="utf-8"?>
<p:tagLst xmlns:p="http://schemas.openxmlformats.org/presentationml/2006/main">
  <p:tag name="KSO_WM_BEAUTIFY_FLAG" val=""/>
</p:tagLst>
</file>

<file path=ppt/tags/tag127.xml><?xml version="1.0" encoding="utf-8"?>
<p:tagLst xmlns:p="http://schemas.openxmlformats.org/presentationml/2006/main">
  <p:tag name="KSO_WM_BEAUTIFY_FLAG" val=""/>
</p:tagLst>
</file>

<file path=ppt/tags/tag128.xml><?xml version="1.0" encoding="utf-8"?>
<p:tagLst xmlns:p="http://schemas.openxmlformats.org/presentationml/2006/main">
  <p:tag name="KSO_WM_BEAUTIFY_FLAG" val=""/>
</p:tagLst>
</file>

<file path=ppt/tags/tag129.xml><?xml version="1.0" encoding="utf-8"?>
<p:tagLst xmlns:p="http://schemas.openxmlformats.org/presentationml/2006/main">
  <p:tag name="KSO_WM_BEAUTIFY_FLAG" val=""/>
</p:tagLst>
</file>

<file path=ppt/tags/tag130.xml><?xml version="1.0" encoding="utf-8"?>
<p:tagLst xmlns:p="http://schemas.openxmlformats.org/presentationml/2006/main">
  <p:tag name="KSO_WM_BEAUTIFY_FLAG" val=""/>
</p:tagLst>
</file>

<file path=ppt/tags/tag131.xml><?xml version="1.0" encoding="utf-8"?>
<p:tagLst xmlns:p="http://schemas.openxmlformats.org/presentationml/2006/main">
  <p:tag name="KSO_WM_BEAUTIFY_FLAG" val=""/>
</p:tagLst>
</file>

<file path=ppt/tags/tag132.xml><?xml version="1.0" encoding="utf-8"?>
<p:tagLst xmlns:p="http://schemas.openxmlformats.org/presentationml/2006/main">
  <p:tag name="KSO_WM_BEAUTIFY_FLAG" val=""/>
</p:tagLst>
</file>

<file path=ppt/tags/tag133.xml><?xml version="1.0" encoding="utf-8"?>
<p:tagLst xmlns:p="http://schemas.openxmlformats.org/presentationml/2006/main">
  <p:tag name="KSO_WM_BEAUTIFY_FLAG" val=""/>
</p:tagLst>
</file>

<file path=ppt/tags/tag134.xml><?xml version="1.0" encoding="utf-8"?>
<p:tagLst xmlns:p="http://schemas.openxmlformats.org/presentationml/2006/main">
  <p:tag name="KSO_WM_BEAUTIFY_FLAG" val=""/>
</p:tagLst>
</file>

<file path=ppt/tags/tag135.xml><?xml version="1.0" encoding="utf-8"?>
<p:tagLst xmlns:p="http://schemas.openxmlformats.org/presentationml/2006/main">
  <p:tag name="KSO_WM_BEAUTIFY_FLAG" val=""/>
</p:tagLst>
</file>

<file path=ppt/tags/tag136.xml><?xml version="1.0" encoding="utf-8"?>
<p:tagLst xmlns:p="http://schemas.openxmlformats.org/presentationml/2006/main">
  <p:tag name="KSO_WM_BEAUTIFY_FLAG" val=""/>
</p:tagLst>
</file>

<file path=ppt/tags/tag137.xml><?xml version="1.0" encoding="utf-8"?>
<p:tagLst xmlns:p="http://schemas.openxmlformats.org/presentationml/2006/main">
  <p:tag name="KSO_WM_BEAUTIFY_FLAG" val=""/>
</p:tagLst>
</file>

<file path=ppt/tags/tag138.xml><?xml version="1.0" encoding="utf-8"?>
<p:tagLst xmlns:p="http://schemas.openxmlformats.org/presentationml/2006/main">
  <p:tag name="KSO_WM_DIAGRAM_VIRTUALLY_FRAME" val="{&quot;height&quot;:269.8130708661417,&quot;left&quot;:444.66330708661417,&quot;top&quot;:143.77377952755904,&quot;width&quot;:343.1827559055117}"/>
</p:tagLst>
</file>

<file path=ppt/tags/tag139.xml><?xml version="1.0" encoding="utf-8"?>
<p:tagLst xmlns:p="http://schemas.openxmlformats.org/presentationml/2006/main">
  <p:tag name="KSO_WM_DIAGRAM_VIRTUALLY_FRAME" val="{&quot;height&quot;:269.8130708661417,&quot;left&quot;:444.66330708661417,&quot;top&quot;:143.77377952755904,&quot;width&quot;:343.1827559055117}"/>
</p:tagLst>
</file>

<file path=ppt/tags/tag140.xml><?xml version="1.0" encoding="utf-8"?>
<p:tagLst xmlns:p="http://schemas.openxmlformats.org/presentationml/2006/main">
  <p:tag name="KSO_WM_DIAGRAM_VIRTUALLY_FRAME" val="{&quot;height&quot;:269.8130708661417,&quot;left&quot;:444.66330708661417,&quot;top&quot;:143.77377952755904,&quot;width&quot;:343.1827559055117}"/>
</p:tagLst>
</file>

<file path=ppt/tags/tag141.xml><?xml version="1.0" encoding="utf-8"?>
<p:tagLst xmlns:p="http://schemas.openxmlformats.org/presentationml/2006/main">
  <p:tag name="KSO_WPP_MARK_KEY" val="30d01c8b-d558-476b-b5fe-c6383d0780a5"/>
  <p:tag name="RESOURCE_RECORD_KEY" val="{&quot;70&quot;:[3312619,3312479,3322217],&quot;8&quot;:[20474533,20474526,20476073,20474972,20476084,20476081,4669883,20472225,20474240,20476072,20476166,20475505]}"/>
  <p:tag name="COMMONDATA" val="eyJoZGlkIjoiNDMzYWRiMTljOWFkYzNjYTYxZDE1MjFlODA5ZDM2YWIifQ=="/>
  <p:tag name="commondata" val="eyJoZGlkIjoiYzAyNDE3ZTBhMjFmMjYzYjc2Y2M2NGU4MTkyMjBjMTMifQ=="/>
</p:tagLst>
</file>

<file path=ppt/theme/theme1.xml><?xml version="1.0" encoding="utf-8"?>
<a:theme xmlns:a="http://schemas.openxmlformats.org/drawingml/2006/main" name="Office 主题​​">
  <a:themeElements>
    <a:clrScheme name="自定义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001F5F"/>
      </a:accent1>
      <a:accent2>
        <a:srgbClr val="415787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自定义 28">
      <a:dk1>
        <a:srgbClr val="000000"/>
      </a:dk1>
      <a:lt1>
        <a:srgbClr val="FFFFFF"/>
      </a:lt1>
      <a:dk2>
        <a:srgbClr val="000000"/>
      </a:dk2>
      <a:lt2>
        <a:srgbClr val="FEFFFF"/>
      </a:lt2>
      <a:accent1>
        <a:srgbClr val="376FFF"/>
      </a:accent1>
      <a:accent2>
        <a:srgbClr val="FF7429"/>
      </a:accent2>
      <a:accent3>
        <a:srgbClr val="8830FE"/>
      </a:accent3>
      <a:accent4>
        <a:srgbClr val="17D594"/>
      </a:accent4>
      <a:accent5>
        <a:srgbClr val="F84949"/>
      </a:accent5>
      <a:accent6>
        <a:srgbClr val="FFC000"/>
      </a:accent6>
      <a:hlink>
        <a:srgbClr val="304FFE"/>
      </a:hlink>
      <a:folHlink>
        <a:srgbClr val="492067"/>
      </a:folHlink>
    </a:clrScheme>
    <a:fontScheme name="自定义 4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自定义 1">
    <a:dk1>
      <a:srgbClr val="000000"/>
    </a:dk1>
    <a:lt1>
      <a:srgbClr val="FFFFFF"/>
    </a:lt1>
    <a:dk2>
      <a:srgbClr val="44546A"/>
    </a:dk2>
    <a:lt2>
      <a:srgbClr val="E7E6E6"/>
    </a:lt2>
    <a:accent1>
      <a:srgbClr val="001F5F"/>
    </a:accent1>
    <a:accent2>
      <a:srgbClr val="415787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3663</Words>
  <Application>WPS 演示</Application>
  <PresentationFormat>宽屏</PresentationFormat>
  <Paragraphs>600</Paragraphs>
  <Slides>28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28</vt:i4>
      </vt:variant>
    </vt:vector>
  </HeadingPairs>
  <TitlesOfParts>
    <vt:vector size="48" baseType="lpstr">
      <vt:lpstr>Arial</vt:lpstr>
      <vt:lpstr>宋体</vt:lpstr>
      <vt:lpstr>Wingdings</vt:lpstr>
      <vt:lpstr>微软雅黑</vt:lpstr>
      <vt:lpstr>Wingdings</vt:lpstr>
      <vt:lpstr>等线</vt:lpstr>
      <vt:lpstr>荆南缘默体</vt:lpstr>
      <vt:lpstr>楷体</vt:lpstr>
      <vt:lpstr>Source Han Sans SC</vt:lpstr>
      <vt:lpstr>Times New Roman</vt:lpstr>
      <vt:lpstr>U.S. 101</vt:lpstr>
      <vt:lpstr>Segoe Print</vt:lpstr>
      <vt:lpstr>Roboto</vt:lpstr>
      <vt:lpstr>Open Sans Light</vt:lpstr>
      <vt:lpstr>Arial Unicode MS</vt:lpstr>
      <vt:lpstr>等线 Light</vt:lpstr>
      <vt:lpstr>Times New Roman Regular</vt:lpstr>
      <vt:lpstr>Calibri</vt:lpstr>
      <vt:lpstr>Office 主题​​</vt:lpstr>
      <vt:lpstr>1_Office 主题​​</vt:lpstr>
      <vt:lpstr>PowerPoint 演示文稿</vt:lpstr>
      <vt:lpstr>项目介绍</vt:lpstr>
      <vt:lpstr>PowerPoint 演示文稿</vt:lpstr>
      <vt:lpstr>PowerPoint 演示文稿</vt:lpstr>
      <vt:lpstr>会议举办多，新闻发布杂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李YL</dc:creator>
  <cp:lastModifiedBy>夢魇灬Alien</cp:lastModifiedBy>
  <cp:revision>420</cp:revision>
  <dcterms:created xsi:type="dcterms:W3CDTF">2023-03-07T01:09:00Z</dcterms:created>
  <dcterms:modified xsi:type="dcterms:W3CDTF">2024-07-05T18:47:29Z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083886BF8E4544C8A423F78E185114B6_13</vt:lpwstr>
  </property>
  <property fmtid="{D5CDD505-2E9C-101B-9397-08002B2CF9AE}" pid="3" name="KSOProductBuildVer">
    <vt:lpwstr>2052-12.1.0.17133</vt:lpwstr>
  </property>
</Properties>
</file>